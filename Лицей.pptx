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48D7"/>
    <a:srgbClr val="39AECF"/>
    <a:srgbClr val="E038AD"/>
    <a:srgbClr val="F0EEFF"/>
    <a:srgbClr val="E38A08"/>
    <a:srgbClr val="EAD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5"/>
  </p:normalViewPr>
  <p:slideViewPr>
    <p:cSldViewPr snapToGrid="0" snapToObjects="1">
      <p:cViewPr varScale="1">
        <p:scale>
          <a:sx n="65" d="100"/>
          <a:sy n="65" d="100"/>
        </p:scale>
        <p:origin x="70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C8822-4A2C-7841-9775-0F08A1832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98B9EC-0EE5-AA4C-AA3C-E9FB85088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1C1031-7A8C-3F46-B8EE-5BFABEDE3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164A7-753C-4B40-A39F-B39D3135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B6F550-10A1-6843-A08B-0AA4A2DA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99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A45B1A-52CF-E64C-9FB4-11C1B1CC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D60713-A387-EC45-A342-CCB098973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EFA940-E1ED-1F4A-ABB2-2EB3D53E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3B0862-613E-F34E-90E8-CDA13371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4ED5F2-AD40-8043-90B3-8AD4E3AF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77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90BA0-7236-4848-93DB-F9B3EB71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7BC1C7-9733-914F-9102-68907866D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B1626E-320C-4D46-B811-03864175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689CC5-21E1-BB40-ABCD-358900A8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AEEA03-84F9-DC48-A0EE-F2FCBFFD1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15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BC474-A7B2-AC4F-8CFE-923948FA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E183DD-CB7C-C649-BC5E-215867640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37460F-7600-F949-9C00-145DFFA10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A18A7E-4F71-FB4C-AA1F-7CAF6EDA4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9597EAB-1A1F-9847-B2F0-688EF741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2E670A-ACCC-3A42-AFF7-AC773DE9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34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2A650-0FD9-0743-AB2C-11C230CD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3F7EC9-7C4D-DF43-BB0F-AF0DE73D4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B4FA9F-3EF3-3E4D-9CE0-538933FEC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68F3F4E-C28A-9048-9F3D-C4C71A9F7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9F2D38-5F8E-224C-8840-8255B6A03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3C07051-E73A-9147-B365-2D4F0C9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A492B6-6400-A847-A7F2-57DABC9D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D6C350-7D58-CB4B-81C8-41E838AA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E9CEA-66A0-F845-BFBE-8C05DD43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AA0420-EED6-9D49-9899-E479BA54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51BA969-9E25-A54A-884B-8A33F799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2B165B-D86F-7442-AAA7-E513B568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94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7C2343-584F-EF43-9AE3-8E4695F16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827BF0-CA53-3A41-97EC-0CA065039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7EC972-FD05-7949-96FC-0AABFC80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72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E6620-58E4-9449-B24D-C2DDD50E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79D7D2-E22A-2546-945E-0F03CCDA9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2B65F7-EBC8-764D-B1C4-E209D1EFB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459432-8140-6345-829F-F95C8AA7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440BC8-3C14-FE48-A663-973F148B7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951BFC-06F3-0F40-B558-D13D7B36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53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ABABF-3414-A941-BDD8-9796F6E8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6E7E9FE-663F-4640-B890-B2FC709F1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82F5C4-A97B-214A-9E70-01FB9B203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37AD0E-FAB3-2A40-B676-19EF6F8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0A493A-FDA1-4E49-8FF1-04BE6700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75423F-8F29-B043-AA3E-437BEB9B0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14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2C263-3B82-204F-AFD7-AFB0ABF9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EEB8B1-96A8-DC4C-8B6E-6B4A668A6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AB69B9-235B-1E4D-98BE-C6179862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E09C12-A5FC-9643-AAF3-7FAED2B4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072C9E-CEAF-4B44-BAB1-8DEF42F1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40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E0B7CDD-3BE3-2F49-A755-B6A066621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2421D9-8C8E-C94B-88A0-38121D2CC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657C26-B788-6F4B-B349-8A061AEF2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AB0EEF-6140-E540-85B0-73184C38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6CC01C-64F5-E549-BC08-4F1E7A99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339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F8B03-E17F-B046-B897-6771385CB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D153A2-FA79-ED4D-B53F-BD8E50253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E513E5-7639-1340-B970-A7C267F7A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20572-AE4D-7F4E-AF96-9BB0240EC064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543C7B-B249-8A4E-BD37-C7180B0C2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4157B9-5F0D-D74D-B108-5611F023F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980B6-516F-E541-B0C3-81C5B33C3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21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7866055-FB74-4444-983D-E1D6EF1854C2}"/>
              </a:ext>
            </a:extLst>
          </p:cNvPr>
          <p:cNvCxnSpPr>
            <a:cxnSpLocks/>
          </p:cNvCxnSpPr>
          <p:nvPr/>
        </p:nvCxnSpPr>
        <p:spPr>
          <a:xfrm>
            <a:off x="928688" y="557213"/>
            <a:ext cx="0" cy="60721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43F1B04-D6BE-6F4C-AB3E-8B366D9FED25}"/>
              </a:ext>
            </a:extLst>
          </p:cNvPr>
          <p:cNvSpPr txBox="1"/>
          <p:nvPr/>
        </p:nvSpPr>
        <p:spPr>
          <a:xfrm>
            <a:off x="1285877" y="1637382"/>
            <a:ext cx="892894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dirty="0">
                <a:latin typeface="Montserrat" pitchFamily="2" charset="0"/>
              </a:rPr>
              <a:t>Путеводитель по Калуге</a:t>
            </a:r>
          </a:p>
          <a:p>
            <a:r>
              <a:rPr lang="ru-RU" sz="3200" b="1" i="1" dirty="0">
                <a:latin typeface="Montserrat" pitchFamily="2" charset="0"/>
              </a:rPr>
              <a:t>«Велосипед Циолковского: </a:t>
            </a:r>
          </a:p>
          <a:p>
            <a:r>
              <a:rPr lang="ru-RU" sz="3200" b="1" i="1" dirty="0">
                <a:latin typeface="Montserrat" pitchFamily="2" charset="0"/>
              </a:rPr>
              <a:t>			маршруты Калуги»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766687F-C990-664D-881D-B83640EBFBDF}"/>
              </a:ext>
            </a:extLst>
          </p:cNvPr>
          <p:cNvCxnSpPr>
            <a:cxnSpLocks/>
          </p:cNvCxnSpPr>
          <p:nvPr/>
        </p:nvCxnSpPr>
        <p:spPr>
          <a:xfrm>
            <a:off x="9339263" y="0"/>
            <a:ext cx="0" cy="49101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9D70D53-6103-0F41-AFDF-BE6A9CA6809A}"/>
              </a:ext>
            </a:extLst>
          </p:cNvPr>
          <p:cNvCxnSpPr>
            <a:cxnSpLocks/>
          </p:cNvCxnSpPr>
          <p:nvPr/>
        </p:nvCxnSpPr>
        <p:spPr>
          <a:xfrm>
            <a:off x="576263" y="1462087"/>
            <a:ext cx="8763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E0115E-7139-BC49-AFF9-20B1259A43FA}"/>
              </a:ext>
            </a:extLst>
          </p:cNvPr>
          <p:cNvSpPr txBox="1"/>
          <p:nvPr/>
        </p:nvSpPr>
        <p:spPr>
          <a:xfrm>
            <a:off x="1281114" y="4591465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Montserrat Medium" pitchFamily="2" charset="0"/>
              </a:rPr>
              <a:t>Проект </a:t>
            </a:r>
            <a:r>
              <a:rPr lang="ru-RU" sz="1800" b="1" dirty="0" smtClean="0">
                <a:effectLst/>
                <a:latin typeface="Montserrat Medium" pitchFamily="2" charset="0"/>
              </a:rPr>
              <a:t>выполнил: </a:t>
            </a:r>
            <a:endParaRPr lang="ru-RU" sz="1800" b="1" dirty="0">
              <a:effectLst/>
              <a:latin typeface="Montserrat Medium" pitchFamily="2" charset="0"/>
            </a:endParaRPr>
          </a:p>
          <a:p>
            <a:r>
              <a:rPr lang="ru-RU" dirty="0" smtClean="0">
                <a:latin typeface="Montserrat Medium" pitchFamily="2" charset="0"/>
              </a:rPr>
              <a:t>Кондрашов </a:t>
            </a:r>
            <a:r>
              <a:rPr lang="ru-RU" dirty="0">
                <a:latin typeface="Montserrat Medium" pitchFamily="2" charset="0"/>
              </a:rPr>
              <a:t>Павел </a:t>
            </a:r>
            <a:r>
              <a:rPr lang="ru-RU" dirty="0" smtClean="0">
                <a:latin typeface="Montserrat Medium" pitchFamily="2" charset="0"/>
              </a:rPr>
              <a:t>Игоревич</a:t>
            </a:r>
            <a:endParaRPr lang="en-US" dirty="0" smtClean="0">
              <a:latin typeface="Montserrat Medium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89156D73-93ED-8E46-94A0-DAADE8822FC1}"/>
              </a:ext>
            </a:extLst>
          </p:cNvPr>
          <p:cNvSpPr/>
          <p:nvPr/>
        </p:nvSpPr>
        <p:spPr>
          <a:xfrm>
            <a:off x="4011398" y="3345889"/>
            <a:ext cx="6203424" cy="6515942"/>
          </a:xfrm>
          <a:custGeom>
            <a:avLst/>
            <a:gdLst>
              <a:gd name="connsiteX0" fmla="*/ 0 w 2071687"/>
              <a:gd name="connsiteY0" fmla="*/ 299394 h 1796326"/>
              <a:gd name="connsiteX1" fmla="*/ 299394 w 2071687"/>
              <a:gd name="connsiteY1" fmla="*/ 0 h 1796326"/>
              <a:gd name="connsiteX2" fmla="*/ 1772293 w 2071687"/>
              <a:gd name="connsiteY2" fmla="*/ 0 h 1796326"/>
              <a:gd name="connsiteX3" fmla="*/ 2071687 w 2071687"/>
              <a:gd name="connsiteY3" fmla="*/ 299394 h 1796326"/>
              <a:gd name="connsiteX4" fmla="*/ 2071687 w 2071687"/>
              <a:gd name="connsiteY4" fmla="*/ 1496932 h 1796326"/>
              <a:gd name="connsiteX5" fmla="*/ 1772293 w 2071687"/>
              <a:gd name="connsiteY5" fmla="*/ 1796326 h 1796326"/>
              <a:gd name="connsiteX6" fmla="*/ 299394 w 2071687"/>
              <a:gd name="connsiteY6" fmla="*/ 1796326 h 1796326"/>
              <a:gd name="connsiteX7" fmla="*/ 0 w 2071687"/>
              <a:gd name="connsiteY7" fmla="*/ 1496932 h 1796326"/>
              <a:gd name="connsiteX8" fmla="*/ 0 w 2071687"/>
              <a:gd name="connsiteY8" fmla="*/ 299394 h 1796326"/>
              <a:gd name="connsiteX0" fmla="*/ 82 w 2071769"/>
              <a:gd name="connsiteY0" fmla="*/ 899469 h 2396401"/>
              <a:gd name="connsiteX1" fmla="*/ 156601 w 2071769"/>
              <a:gd name="connsiteY1" fmla="*/ 0 h 2396401"/>
              <a:gd name="connsiteX2" fmla="*/ 1772375 w 2071769"/>
              <a:gd name="connsiteY2" fmla="*/ 600075 h 2396401"/>
              <a:gd name="connsiteX3" fmla="*/ 2071769 w 2071769"/>
              <a:gd name="connsiteY3" fmla="*/ 899469 h 2396401"/>
              <a:gd name="connsiteX4" fmla="*/ 2071769 w 2071769"/>
              <a:gd name="connsiteY4" fmla="*/ 2097007 h 2396401"/>
              <a:gd name="connsiteX5" fmla="*/ 1772375 w 2071769"/>
              <a:gd name="connsiteY5" fmla="*/ 2396401 h 2396401"/>
              <a:gd name="connsiteX6" fmla="*/ 299476 w 2071769"/>
              <a:gd name="connsiteY6" fmla="*/ 2396401 h 2396401"/>
              <a:gd name="connsiteX7" fmla="*/ 82 w 2071769"/>
              <a:gd name="connsiteY7" fmla="*/ 2097007 h 2396401"/>
              <a:gd name="connsiteX8" fmla="*/ 82 w 2071769"/>
              <a:gd name="connsiteY8" fmla="*/ 899469 h 2396401"/>
              <a:gd name="connsiteX0" fmla="*/ 885825 w 2957512"/>
              <a:gd name="connsiteY0" fmla="*/ 899469 h 2396401"/>
              <a:gd name="connsiteX1" fmla="*/ 1042344 w 2957512"/>
              <a:gd name="connsiteY1" fmla="*/ 0 h 2396401"/>
              <a:gd name="connsiteX2" fmla="*/ 2658118 w 2957512"/>
              <a:gd name="connsiteY2" fmla="*/ 600075 h 2396401"/>
              <a:gd name="connsiteX3" fmla="*/ 2957512 w 2957512"/>
              <a:gd name="connsiteY3" fmla="*/ 899469 h 2396401"/>
              <a:gd name="connsiteX4" fmla="*/ 2957512 w 2957512"/>
              <a:gd name="connsiteY4" fmla="*/ 2097007 h 2396401"/>
              <a:gd name="connsiteX5" fmla="*/ 2658118 w 2957512"/>
              <a:gd name="connsiteY5" fmla="*/ 2396401 h 2396401"/>
              <a:gd name="connsiteX6" fmla="*/ 1185219 w 2957512"/>
              <a:gd name="connsiteY6" fmla="*/ 2396401 h 2396401"/>
              <a:gd name="connsiteX7" fmla="*/ 0 w 2957512"/>
              <a:gd name="connsiteY7" fmla="*/ 2111294 h 2396401"/>
              <a:gd name="connsiteX8" fmla="*/ 885825 w 2957512"/>
              <a:gd name="connsiteY8" fmla="*/ 899469 h 2396401"/>
              <a:gd name="connsiteX0" fmla="*/ 885825 w 2957512"/>
              <a:gd name="connsiteY0" fmla="*/ 899469 h 2551076"/>
              <a:gd name="connsiteX1" fmla="*/ 1042344 w 2957512"/>
              <a:gd name="connsiteY1" fmla="*/ 0 h 2551076"/>
              <a:gd name="connsiteX2" fmla="*/ 2658118 w 2957512"/>
              <a:gd name="connsiteY2" fmla="*/ 600075 h 2551076"/>
              <a:gd name="connsiteX3" fmla="*/ 2957512 w 2957512"/>
              <a:gd name="connsiteY3" fmla="*/ 899469 h 2551076"/>
              <a:gd name="connsiteX4" fmla="*/ 2957512 w 2957512"/>
              <a:gd name="connsiteY4" fmla="*/ 2097007 h 2551076"/>
              <a:gd name="connsiteX5" fmla="*/ 2658118 w 2957512"/>
              <a:gd name="connsiteY5" fmla="*/ 2396401 h 2551076"/>
              <a:gd name="connsiteX6" fmla="*/ 1185219 w 2957512"/>
              <a:gd name="connsiteY6" fmla="*/ 2396401 h 2551076"/>
              <a:gd name="connsiteX7" fmla="*/ 0 w 2957512"/>
              <a:gd name="connsiteY7" fmla="*/ 2111294 h 2551076"/>
              <a:gd name="connsiteX8" fmla="*/ 885825 w 2957512"/>
              <a:gd name="connsiteY8" fmla="*/ 899469 h 2551076"/>
              <a:gd name="connsiteX0" fmla="*/ 900112 w 2971799"/>
              <a:gd name="connsiteY0" fmla="*/ 899469 h 2542745"/>
              <a:gd name="connsiteX1" fmla="*/ 1056631 w 2971799"/>
              <a:gd name="connsiteY1" fmla="*/ 0 h 2542745"/>
              <a:gd name="connsiteX2" fmla="*/ 2672405 w 2971799"/>
              <a:gd name="connsiteY2" fmla="*/ 600075 h 2542745"/>
              <a:gd name="connsiteX3" fmla="*/ 2971799 w 2971799"/>
              <a:gd name="connsiteY3" fmla="*/ 899469 h 2542745"/>
              <a:gd name="connsiteX4" fmla="*/ 2971799 w 2971799"/>
              <a:gd name="connsiteY4" fmla="*/ 2097007 h 2542745"/>
              <a:gd name="connsiteX5" fmla="*/ 2672405 w 2971799"/>
              <a:gd name="connsiteY5" fmla="*/ 2396401 h 2542745"/>
              <a:gd name="connsiteX6" fmla="*/ 1199506 w 2971799"/>
              <a:gd name="connsiteY6" fmla="*/ 2396401 h 2542745"/>
              <a:gd name="connsiteX7" fmla="*/ 0 w 2971799"/>
              <a:gd name="connsiteY7" fmla="*/ 2097007 h 2542745"/>
              <a:gd name="connsiteX8" fmla="*/ 900112 w 2971799"/>
              <a:gd name="connsiteY8" fmla="*/ 899469 h 2542745"/>
              <a:gd name="connsiteX0" fmla="*/ 900112 w 2971799"/>
              <a:gd name="connsiteY0" fmla="*/ 899469 h 2542745"/>
              <a:gd name="connsiteX1" fmla="*/ 1056631 w 2971799"/>
              <a:gd name="connsiteY1" fmla="*/ 0 h 2542745"/>
              <a:gd name="connsiteX2" fmla="*/ 2672405 w 2971799"/>
              <a:gd name="connsiteY2" fmla="*/ 600075 h 2542745"/>
              <a:gd name="connsiteX3" fmla="*/ 2971799 w 2971799"/>
              <a:gd name="connsiteY3" fmla="*/ 899469 h 2542745"/>
              <a:gd name="connsiteX4" fmla="*/ 2971799 w 2971799"/>
              <a:gd name="connsiteY4" fmla="*/ 2097007 h 2542745"/>
              <a:gd name="connsiteX5" fmla="*/ 2672405 w 2971799"/>
              <a:gd name="connsiteY5" fmla="*/ 2396401 h 2542745"/>
              <a:gd name="connsiteX6" fmla="*/ 1199506 w 2971799"/>
              <a:gd name="connsiteY6" fmla="*/ 2396401 h 2542745"/>
              <a:gd name="connsiteX7" fmla="*/ 0 w 2971799"/>
              <a:gd name="connsiteY7" fmla="*/ 2097007 h 2542745"/>
              <a:gd name="connsiteX8" fmla="*/ 900112 w 2971799"/>
              <a:gd name="connsiteY8" fmla="*/ 899469 h 2542745"/>
              <a:gd name="connsiteX0" fmla="*/ 900112 w 2971799"/>
              <a:gd name="connsiteY0" fmla="*/ 899469 h 3325089"/>
              <a:gd name="connsiteX1" fmla="*/ 1056631 w 2971799"/>
              <a:gd name="connsiteY1" fmla="*/ 0 h 3325089"/>
              <a:gd name="connsiteX2" fmla="*/ 2672405 w 2971799"/>
              <a:gd name="connsiteY2" fmla="*/ 600075 h 3325089"/>
              <a:gd name="connsiteX3" fmla="*/ 2971799 w 2971799"/>
              <a:gd name="connsiteY3" fmla="*/ 899469 h 3325089"/>
              <a:gd name="connsiteX4" fmla="*/ 2971799 w 2971799"/>
              <a:gd name="connsiteY4" fmla="*/ 2097007 h 3325089"/>
              <a:gd name="connsiteX5" fmla="*/ 2686693 w 2971799"/>
              <a:gd name="connsiteY5" fmla="*/ 3325089 h 3325089"/>
              <a:gd name="connsiteX6" fmla="*/ 1199506 w 2971799"/>
              <a:gd name="connsiteY6" fmla="*/ 2396401 h 3325089"/>
              <a:gd name="connsiteX7" fmla="*/ 0 w 2971799"/>
              <a:gd name="connsiteY7" fmla="*/ 2097007 h 3325089"/>
              <a:gd name="connsiteX8" fmla="*/ 900112 w 2971799"/>
              <a:gd name="connsiteY8" fmla="*/ 899469 h 3325089"/>
              <a:gd name="connsiteX0" fmla="*/ 900112 w 3079994"/>
              <a:gd name="connsiteY0" fmla="*/ 899469 h 3325089"/>
              <a:gd name="connsiteX1" fmla="*/ 1056631 w 3079994"/>
              <a:gd name="connsiteY1" fmla="*/ 0 h 3325089"/>
              <a:gd name="connsiteX2" fmla="*/ 2672405 w 3079994"/>
              <a:gd name="connsiteY2" fmla="*/ 600075 h 3325089"/>
              <a:gd name="connsiteX3" fmla="*/ 2971799 w 3079994"/>
              <a:gd name="connsiteY3" fmla="*/ 899469 h 3325089"/>
              <a:gd name="connsiteX4" fmla="*/ 2971799 w 3079994"/>
              <a:gd name="connsiteY4" fmla="*/ 2097007 h 3325089"/>
              <a:gd name="connsiteX5" fmla="*/ 2686693 w 3079994"/>
              <a:gd name="connsiteY5" fmla="*/ 3325089 h 3325089"/>
              <a:gd name="connsiteX6" fmla="*/ 1199506 w 3079994"/>
              <a:gd name="connsiteY6" fmla="*/ 2396401 h 3325089"/>
              <a:gd name="connsiteX7" fmla="*/ 0 w 3079994"/>
              <a:gd name="connsiteY7" fmla="*/ 2097007 h 3325089"/>
              <a:gd name="connsiteX8" fmla="*/ 900112 w 3079994"/>
              <a:gd name="connsiteY8" fmla="*/ 899469 h 3325089"/>
              <a:gd name="connsiteX0" fmla="*/ 900112 w 3257549"/>
              <a:gd name="connsiteY0" fmla="*/ 899469 h 3325089"/>
              <a:gd name="connsiteX1" fmla="*/ 1056631 w 3257549"/>
              <a:gd name="connsiteY1" fmla="*/ 0 h 3325089"/>
              <a:gd name="connsiteX2" fmla="*/ 2672405 w 3257549"/>
              <a:gd name="connsiteY2" fmla="*/ 600075 h 3325089"/>
              <a:gd name="connsiteX3" fmla="*/ 3257549 w 3257549"/>
              <a:gd name="connsiteY3" fmla="*/ 1413819 h 3325089"/>
              <a:gd name="connsiteX4" fmla="*/ 2971799 w 3257549"/>
              <a:gd name="connsiteY4" fmla="*/ 2097007 h 3325089"/>
              <a:gd name="connsiteX5" fmla="*/ 2686693 w 3257549"/>
              <a:gd name="connsiteY5" fmla="*/ 3325089 h 3325089"/>
              <a:gd name="connsiteX6" fmla="*/ 1199506 w 3257549"/>
              <a:gd name="connsiteY6" fmla="*/ 2396401 h 3325089"/>
              <a:gd name="connsiteX7" fmla="*/ 0 w 3257549"/>
              <a:gd name="connsiteY7" fmla="*/ 2097007 h 3325089"/>
              <a:gd name="connsiteX8" fmla="*/ 900112 w 3257549"/>
              <a:gd name="connsiteY8" fmla="*/ 899469 h 3325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7549" h="3325089">
                <a:moveTo>
                  <a:pt x="900112" y="899469"/>
                </a:moveTo>
                <a:cubicBezTo>
                  <a:pt x="900112" y="734118"/>
                  <a:pt x="891280" y="0"/>
                  <a:pt x="1056631" y="0"/>
                </a:cubicBezTo>
                <a:cubicBezTo>
                  <a:pt x="1547597" y="0"/>
                  <a:pt x="2181439" y="600075"/>
                  <a:pt x="2672405" y="600075"/>
                </a:cubicBezTo>
                <a:cubicBezTo>
                  <a:pt x="2837756" y="600075"/>
                  <a:pt x="3257549" y="1248468"/>
                  <a:pt x="3257549" y="1413819"/>
                </a:cubicBezTo>
                <a:lnTo>
                  <a:pt x="2971799" y="2097007"/>
                </a:lnTo>
                <a:cubicBezTo>
                  <a:pt x="2971799" y="2262358"/>
                  <a:pt x="3352106" y="2925039"/>
                  <a:pt x="2686693" y="3325089"/>
                </a:cubicBezTo>
                <a:lnTo>
                  <a:pt x="1199506" y="2396401"/>
                </a:lnTo>
                <a:cubicBezTo>
                  <a:pt x="1034155" y="2396401"/>
                  <a:pt x="557213" y="2876721"/>
                  <a:pt x="0" y="2097007"/>
                </a:cubicBezTo>
                <a:cubicBezTo>
                  <a:pt x="171449" y="1512090"/>
                  <a:pt x="600075" y="1298648"/>
                  <a:pt x="900112" y="899469"/>
                </a:cubicBezTo>
                <a:close/>
              </a:path>
            </a:pathLst>
          </a:custGeom>
          <a:solidFill>
            <a:srgbClr val="39AECF">
              <a:alpha val="61000"/>
            </a:srgbClr>
          </a:solidFill>
          <a:ln>
            <a:noFill/>
          </a:ln>
          <a:effectLst>
            <a:softEdge rad="736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A6C6E431-D7EA-074B-A78D-C471037F1602}"/>
              </a:ext>
            </a:extLst>
          </p:cNvPr>
          <p:cNvSpPr/>
          <p:nvPr/>
        </p:nvSpPr>
        <p:spPr>
          <a:xfrm rot="6824391">
            <a:off x="6844023" y="4186248"/>
            <a:ext cx="6703591" cy="5276886"/>
          </a:xfrm>
          <a:custGeom>
            <a:avLst/>
            <a:gdLst>
              <a:gd name="connsiteX0" fmla="*/ 0 w 685800"/>
              <a:gd name="connsiteY0" fmla="*/ 114302 h 1923411"/>
              <a:gd name="connsiteX1" fmla="*/ 114302 w 685800"/>
              <a:gd name="connsiteY1" fmla="*/ 0 h 1923411"/>
              <a:gd name="connsiteX2" fmla="*/ 571498 w 685800"/>
              <a:gd name="connsiteY2" fmla="*/ 0 h 1923411"/>
              <a:gd name="connsiteX3" fmla="*/ 685800 w 685800"/>
              <a:gd name="connsiteY3" fmla="*/ 114302 h 1923411"/>
              <a:gd name="connsiteX4" fmla="*/ 685800 w 685800"/>
              <a:gd name="connsiteY4" fmla="*/ 1809109 h 1923411"/>
              <a:gd name="connsiteX5" fmla="*/ 571498 w 685800"/>
              <a:gd name="connsiteY5" fmla="*/ 1923411 h 1923411"/>
              <a:gd name="connsiteX6" fmla="*/ 114302 w 685800"/>
              <a:gd name="connsiteY6" fmla="*/ 1923411 h 1923411"/>
              <a:gd name="connsiteX7" fmla="*/ 0 w 685800"/>
              <a:gd name="connsiteY7" fmla="*/ 1809109 h 1923411"/>
              <a:gd name="connsiteX8" fmla="*/ 0 w 685800"/>
              <a:gd name="connsiteY8" fmla="*/ 114302 h 1923411"/>
              <a:gd name="connsiteX0" fmla="*/ 0 w 685800"/>
              <a:gd name="connsiteY0" fmla="*/ 1085852 h 2894961"/>
              <a:gd name="connsiteX1" fmla="*/ 385765 w 685800"/>
              <a:gd name="connsiteY1" fmla="*/ 0 h 2894961"/>
              <a:gd name="connsiteX2" fmla="*/ 571498 w 685800"/>
              <a:gd name="connsiteY2" fmla="*/ 971550 h 2894961"/>
              <a:gd name="connsiteX3" fmla="*/ 685800 w 685800"/>
              <a:gd name="connsiteY3" fmla="*/ 1085852 h 2894961"/>
              <a:gd name="connsiteX4" fmla="*/ 685800 w 685800"/>
              <a:gd name="connsiteY4" fmla="*/ 2780659 h 2894961"/>
              <a:gd name="connsiteX5" fmla="*/ 571498 w 685800"/>
              <a:gd name="connsiteY5" fmla="*/ 2894961 h 2894961"/>
              <a:gd name="connsiteX6" fmla="*/ 114302 w 685800"/>
              <a:gd name="connsiteY6" fmla="*/ 2894961 h 2894961"/>
              <a:gd name="connsiteX7" fmla="*/ 0 w 685800"/>
              <a:gd name="connsiteY7" fmla="*/ 2780659 h 2894961"/>
              <a:gd name="connsiteX8" fmla="*/ 0 w 685800"/>
              <a:gd name="connsiteY8" fmla="*/ 1085852 h 2894961"/>
              <a:gd name="connsiteX0" fmla="*/ 957262 w 1643062"/>
              <a:gd name="connsiteY0" fmla="*/ 1085852 h 2894961"/>
              <a:gd name="connsiteX1" fmla="*/ 1343027 w 1643062"/>
              <a:gd name="connsiteY1" fmla="*/ 0 h 2894961"/>
              <a:gd name="connsiteX2" fmla="*/ 1528760 w 1643062"/>
              <a:gd name="connsiteY2" fmla="*/ 971550 h 2894961"/>
              <a:gd name="connsiteX3" fmla="*/ 1643062 w 1643062"/>
              <a:gd name="connsiteY3" fmla="*/ 1085852 h 2894961"/>
              <a:gd name="connsiteX4" fmla="*/ 1643062 w 1643062"/>
              <a:gd name="connsiteY4" fmla="*/ 2780659 h 2894961"/>
              <a:gd name="connsiteX5" fmla="*/ 1528760 w 1643062"/>
              <a:gd name="connsiteY5" fmla="*/ 2894961 h 2894961"/>
              <a:gd name="connsiteX6" fmla="*/ 1071564 w 1643062"/>
              <a:gd name="connsiteY6" fmla="*/ 2894961 h 2894961"/>
              <a:gd name="connsiteX7" fmla="*/ 0 w 1643062"/>
              <a:gd name="connsiteY7" fmla="*/ 2794947 h 2894961"/>
              <a:gd name="connsiteX8" fmla="*/ 957262 w 1643062"/>
              <a:gd name="connsiteY8" fmla="*/ 1085852 h 2894961"/>
              <a:gd name="connsiteX0" fmla="*/ 485774 w 1171574"/>
              <a:gd name="connsiteY0" fmla="*/ 1085852 h 3385789"/>
              <a:gd name="connsiteX1" fmla="*/ 871539 w 1171574"/>
              <a:gd name="connsiteY1" fmla="*/ 0 h 3385789"/>
              <a:gd name="connsiteX2" fmla="*/ 1057272 w 1171574"/>
              <a:gd name="connsiteY2" fmla="*/ 971550 h 3385789"/>
              <a:gd name="connsiteX3" fmla="*/ 1171574 w 1171574"/>
              <a:gd name="connsiteY3" fmla="*/ 1085852 h 3385789"/>
              <a:gd name="connsiteX4" fmla="*/ 1171574 w 1171574"/>
              <a:gd name="connsiteY4" fmla="*/ 2780659 h 3385789"/>
              <a:gd name="connsiteX5" fmla="*/ 1057272 w 1171574"/>
              <a:gd name="connsiteY5" fmla="*/ 2894961 h 3385789"/>
              <a:gd name="connsiteX6" fmla="*/ 600076 w 1171574"/>
              <a:gd name="connsiteY6" fmla="*/ 2894961 h 3385789"/>
              <a:gd name="connsiteX7" fmla="*/ 0 w 1171574"/>
              <a:gd name="connsiteY7" fmla="*/ 3380734 h 3385789"/>
              <a:gd name="connsiteX8" fmla="*/ 485774 w 1171574"/>
              <a:gd name="connsiteY8" fmla="*/ 1085852 h 3385789"/>
              <a:gd name="connsiteX0" fmla="*/ 485774 w 1171574"/>
              <a:gd name="connsiteY0" fmla="*/ 1085852 h 3441458"/>
              <a:gd name="connsiteX1" fmla="*/ 871539 w 1171574"/>
              <a:gd name="connsiteY1" fmla="*/ 0 h 3441458"/>
              <a:gd name="connsiteX2" fmla="*/ 1057272 w 1171574"/>
              <a:gd name="connsiteY2" fmla="*/ 971550 h 3441458"/>
              <a:gd name="connsiteX3" fmla="*/ 1171574 w 1171574"/>
              <a:gd name="connsiteY3" fmla="*/ 1085852 h 3441458"/>
              <a:gd name="connsiteX4" fmla="*/ 1171574 w 1171574"/>
              <a:gd name="connsiteY4" fmla="*/ 2780659 h 3441458"/>
              <a:gd name="connsiteX5" fmla="*/ 1057272 w 1171574"/>
              <a:gd name="connsiteY5" fmla="*/ 2894961 h 3441458"/>
              <a:gd name="connsiteX6" fmla="*/ 600076 w 1171574"/>
              <a:gd name="connsiteY6" fmla="*/ 2894961 h 3441458"/>
              <a:gd name="connsiteX7" fmla="*/ 0 w 1171574"/>
              <a:gd name="connsiteY7" fmla="*/ 3380734 h 3441458"/>
              <a:gd name="connsiteX8" fmla="*/ 485774 w 1171574"/>
              <a:gd name="connsiteY8" fmla="*/ 1085852 h 3441458"/>
              <a:gd name="connsiteX0" fmla="*/ 485774 w 2114549"/>
              <a:gd name="connsiteY0" fmla="*/ 1085852 h 3441458"/>
              <a:gd name="connsiteX1" fmla="*/ 871539 w 2114549"/>
              <a:gd name="connsiteY1" fmla="*/ 0 h 3441458"/>
              <a:gd name="connsiteX2" fmla="*/ 1057272 w 2114549"/>
              <a:gd name="connsiteY2" fmla="*/ 971550 h 3441458"/>
              <a:gd name="connsiteX3" fmla="*/ 1171574 w 2114549"/>
              <a:gd name="connsiteY3" fmla="*/ 1085852 h 3441458"/>
              <a:gd name="connsiteX4" fmla="*/ 2114549 w 2114549"/>
              <a:gd name="connsiteY4" fmla="*/ 2223446 h 3441458"/>
              <a:gd name="connsiteX5" fmla="*/ 1057272 w 2114549"/>
              <a:gd name="connsiteY5" fmla="*/ 2894961 h 3441458"/>
              <a:gd name="connsiteX6" fmla="*/ 600076 w 2114549"/>
              <a:gd name="connsiteY6" fmla="*/ 2894961 h 3441458"/>
              <a:gd name="connsiteX7" fmla="*/ 0 w 2114549"/>
              <a:gd name="connsiteY7" fmla="*/ 3380734 h 3441458"/>
              <a:gd name="connsiteX8" fmla="*/ 485774 w 2114549"/>
              <a:gd name="connsiteY8" fmla="*/ 1085852 h 3441458"/>
              <a:gd name="connsiteX0" fmla="*/ 0 w 2543175"/>
              <a:gd name="connsiteY0" fmla="*/ 1500190 h 3441458"/>
              <a:gd name="connsiteX1" fmla="*/ 1300165 w 2543175"/>
              <a:gd name="connsiteY1" fmla="*/ 0 h 3441458"/>
              <a:gd name="connsiteX2" fmla="*/ 1485898 w 2543175"/>
              <a:gd name="connsiteY2" fmla="*/ 971550 h 3441458"/>
              <a:gd name="connsiteX3" fmla="*/ 1600200 w 2543175"/>
              <a:gd name="connsiteY3" fmla="*/ 1085852 h 3441458"/>
              <a:gd name="connsiteX4" fmla="*/ 2543175 w 2543175"/>
              <a:gd name="connsiteY4" fmla="*/ 2223446 h 3441458"/>
              <a:gd name="connsiteX5" fmla="*/ 1485898 w 2543175"/>
              <a:gd name="connsiteY5" fmla="*/ 2894961 h 3441458"/>
              <a:gd name="connsiteX6" fmla="*/ 1028702 w 2543175"/>
              <a:gd name="connsiteY6" fmla="*/ 2894961 h 3441458"/>
              <a:gd name="connsiteX7" fmla="*/ 428626 w 2543175"/>
              <a:gd name="connsiteY7" fmla="*/ 3380734 h 3441458"/>
              <a:gd name="connsiteX8" fmla="*/ 0 w 2543175"/>
              <a:gd name="connsiteY8" fmla="*/ 1500190 h 3441458"/>
              <a:gd name="connsiteX0" fmla="*/ 0 w 2543175"/>
              <a:gd name="connsiteY0" fmla="*/ 1500190 h 2898038"/>
              <a:gd name="connsiteX1" fmla="*/ 1300165 w 2543175"/>
              <a:gd name="connsiteY1" fmla="*/ 0 h 2898038"/>
              <a:gd name="connsiteX2" fmla="*/ 1485898 w 2543175"/>
              <a:gd name="connsiteY2" fmla="*/ 971550 h 2898038"/>
              <a:gd name="connsiteX3" fmla="*/ 1600200 w 2543175"/>
              <a:gd name="connsiteY3" fmla="*/ 1085852 h 2898038"/>
              <a:gd name="connsiteX4" fmla="*/ 2543175 w 2543175"/>
              <a:gd name="connsiteY4" fmla="*/ 2223446 h 2898038"/>
              <a:gd name="connsiteX5" fmla="*/ 1485898 w 2543175"/>
              <a:gd name="connsiteY5" fmla="*/ 2894961 h 2898038"/>
              <a:gd name="connsiteX6" fmla="*/ 1028702 w 2543175"/>
              <a:gd name="connsiteY6" fmla="*/ 2894961 h 2898038"/>
              <a:gd name="connsiteX7" fmla="*/ 507497 w 2543175"/>
              <a:gd name="connsiteY7" fmla="*/ 2664942 h 2898038"/>
              <a:gd name="connsiteX8" fmla="*/ 0 w 2543175"/>
              <a:gd name="connsiteY8" fmla="*/ 1500190 h 2898038"/>
              <a:gd name="connsiteX0" fmla="*/ 0 w 2543175"/>
              <a:gd name="connsiteY0" fmla="*/ 528640 h 1926488"/>
              <a:gd name="connsiteX1" fmla="*/ 940922 w 2543175"/>
              <a:gd name="connsiteY1" fmla="*/ 63790 h 1926488"/>
              <a:gd name="connsiteX2" fmla="*/ 1485898 w 2543175"/>
              <a:gd name="connsiteY2" fmla="*/ 0 h 1926488"/>
              <a:gd name="connsiteX3" fmla="*/ 1600200 w 2543175"/>
              <a:gd name="connsiteY3" fmla="*/ 114302 h 1926488"/>
              <a:gd name="connsiteX4" fmla="*/ 2543175 w 2543175"/>
              <a:gd name="connsiteY4" fmla="*/ 1251896 h 1926488"/>
              <a:gd name="connsiteX5" fmla="*/ 1485898 w 2543175"/>
              <a:gd name="connsiteY5" fmla="*/ 1923411 h 1926488"/>
              <a:gd name="connsiteX6" fmla="*/ 1028702 w 2543175"/>
              <a:gd name="connsiteY6" fmla="*/ 1923411 h 1926488"/>
              <a:gd name="connsiteX7" fmla="*/ 507497 w 2543175"/>
              <a:gd name="connsiteY7" fmla="*/ 1693392 h 1926488"/>
              <a:gd name="connsiteX8" fmla="*/ 0 w 2543175"/>
              <a:gd name="connsiteY8" fmla="*/ 528640 h 1926488"/>
              <a:gd name="connsiteX0" fmla="*/ 0 w 2222672"/>
              <a:gd name="connsiteY0" fmla="*/ 591712 h 1926488"/>
              <a:gd name="connsiteX1" fmla="*/ 620419 w 2222672"/>
              <a:gd name="connsiteY1" fmla="*/ 63790 h 1926488"/>
              <a:gd name="connsiteX2" fmla="*/ 1165395 w 2222672"/>
              <a:gd name="connsiteY2" fmla="*/ 0 h 1926488"/>
              <a:gd name="connsiteX3" fmla="*/ 1279697 w 2222672"/>
              <a:gd name="connsiteY3" fmla="*/ 114302 h 1926488"/>
              <a:gd name="connsiteX4" fmla="*/ 2222672 w 2222672"/>
              <a:gd name="connsiteY4" fmla="*/ 1251896 h 1926488"/>
              <a:gd name="connsiteX5" fmla="*/ 1165395 w 2222672"/>
              <a:gd name="connsiteY5" fmla="*/ 1923411 h 1926488"/>
              <a:gd name="connsiteX6" fmla="*/ 708199 w 2222672"/>
              <a:gd name="connsiteY6" fmla="*/ 1923411 h 1926488"/>
              <a:gd name="connsiteX7" fmla="*/ 186994 w 2222672"/>
              <a:gd name="connsiteY7" fmla="*/ 1693392 h 1926488"/>
              <a:gd name="connsiteX8" fmla="*/ 0 w 2222672"/>
              <a:gd name="connsiteY8" fmla="*/ 591712 h 192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2672" h="1926488">
                <a:moveTo>
                  <a:pt x="0" y="591712"/>
                </a:moveTo>
                <a:cubicBezTo>
                  <a:pt x="0" y="528585"/>
                  <a:pt x="557292" y="63790"/>
                  <a:pt x="620419" y="63790"/>
                </a:cubicBezTo>
                <a:cubicBezTo>
                  <a:pt x="772818" y="63790"/>
                  <a:pt x="1012996" y="0"/>
                  <a:pt x="1165395" y="0"/>
                </a:cubicBezTo>
                <a:cubicBezTo>
                  <a:pt x="1228522" y="0"/>
                  <a:pt x="1279697" y="51175"/>
                  <a:pt x="1279697" y="114302"/>
                </a:cubicBezTo>
                <a:lnTo>
                  <a:pt x="2222672" y="1251896"/>
                </a:lnTo>
                <a:cubicBezTo>
                  <a:pt x="2222672" y="1315023"/>
                  <a:pt x="1228522" y="1923411"/>
                  <a:pt x="1165395" y="1923411"/>
                </a:cubicBezTo>
                <a:lnTo>
                  <a:pt x="708199" y="1923411"/>
                </a:lnTo>
                <a:cubicBezTo>
                  <a:pt x="645072" y="1923411"/>
                  <a:pt x="1172832" y="1970831"/>
                  <a:pt x="186994" y="1693392"/>
                </a:cubicBezTo>
                <a:lnTo>
                  <a:pt x="0" y="591712"/>
                </a:lnTo>
                <a:close/>
              </a:path>
            </a:pathLst>
          </a:custGeom>
          <a:solidFill>
            <a:srgbClr val="E038AD">
              <a:alpha val="62000"/>
            </a:srgbClr>
          </a:soli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Скругленный прямоугольник 16">
            <a:extLst>
              <a:ext uri="{FF2B5EF4-FFF2-40B4-BE49-F238E27FC236}">
                <a16:creationId xmlns:a16="http://schemas.microsoft.com/office/drawing/2014/main" id="{0F2EA599-7152-BB40-992C-AFEF2FD3D576}"/>
              </a:ext>
            </a:extLst>
          </p:cNvPr>
          <p:cNvSpPr/>
          <p:nvPr/>
        </p:nvSpPr>
        <p:spPr>
          <a:xfrm rot="3897257">
            <a:off x="6878677" y="4497681"/>
            <a:ext cx="4926011" cy="5681385"/>
          </a:xfrm>
          <a:custGeom>
            <a:avLst/>
            <a:gdLst>
              <a:gd name="connsiteX0" fmla="*/ 0 w 685800"/>
              <a:gd name="connsiteY0" fmla="*/ 114302 h 1923411"/>
              <a:gd name="connsiteX1" fmla="*/ 114302 w 685800"/>
              <a:gd name="connsiteY1" fmla="*/ 0 h 1923411"/>
              <a:gd name="connsiteX2" fmla="*/ 571498 w 685800"/>
              <a:gd name="connsiteY2" fmla="*/ 0 h 1923411"/>
              <a:gd name="connsiteX3" fmla="*/ 685800 w 685800"/>
              <a:gd name="connsiteY3" fmla="*/ 114302 h 1923411"/>
              <a:gd name="connsiteX4" fmla="*/ 685800 w 685800"/>
              <a:gd name="connsiteY4" fmla="*/ 1809109 h 1923411"/>
              <a:gd name="connsiteX5" fmla="*/ 571498 w 685800"/>
              <a:gd name="connsiteY5" fmla="*/ 1923411 h 1923411"/>
              <a:gd name="connsiteX6" fmla="*/ 114302 w 685800"/>
              <a:gd name="connsiteY6" fmla="*/ 1923411 h 1923411"/>
              <a:gd name="connsiteX7" fmla="*/ 0 w 685800"/>
              <a:gd name="connsiteY7" fmla="*/ 1809109 h 1923411"/>
              <a:gd name="connsiteX8" fmla="*/ 0 w 685800"/>
              <a:gd name="connsiteY8" fmla="*/ 114302 h 1923411"/>
              <a:gd name="connsiteX0" fmla="*/ 0 w 685800"/>
              <a:gd name="connsiteY0" fmla="*/ 1085852 h 2894961"/>
              <a:gd name="connsiteX1" fmla="*/ 385765 w 685800"/>
              <a:gd name="connsiteY1" fmla="*/ 0 h 2894961"/>
              <a:gd name="connsiteX2" fmla="*/ 571498 w 685800"/>
              <a:gd name="connsiteY2" fmla="*/ 971550 h 2894961"/>
              <a:gd name="connsiteX3" fmla="*/ 685800 w 685800"/>
              <a:gd name="connsiteY3" fmla="*/ 1085852 h 2894961"/>
              <a:gd name="connsiteX4" fmla="*/ 685800 w 685800"/>
              <a:gd name="connsiteY4" fmla="*/ 2780659 h 2894961"/>
              <a:gd name="connsiteX5" fmla="*/ 571498 w 685800"/>
              <a:gd name="connsiteY5" fmla="*/ 2894961 h 2894961"/>
              <a:gd name="connsiteX6" fmla="*/ 114302 w 685800"/>
              <a:gd name="connsiteY6" fmla="*/ 2894961 h 2894961"/>
              <a:gd name="connsiteX7" fmla="*/ 0 w 685800"/>
              <a:gd name="connsiteY7" fmla="*/ 2780659 h 2894961"/>
              <a:gd name="connsiteX8" fmla="*/ 0 w 685800"/>
              <a:gd name="connsiteY8" fmla="*/ 1085852 h 2894961"/>
              <a:gd name="connsiteX0" fmla="*/ 957262 w 1643062"/>
              <a:gd name="connsiteY0" fmla="*/ 1085852 h 2894961"/>
              <a:gd name="connsiteX1" fmla="*/ 1343027 w 1643062"/>
              <a:gd name="connsiteY1" fmla="*/ 0 h 2894961"/>
              <a:gd name="connsiteX2" fmla="*/ 1528760 w 1643062"/>
              <a:gd name="connsiteY2" fmla="*/ 971550 h 2894961"/>
              <a:gd name="connsiteX3" fmla="*/ 1643062 w 1643062"/>
              <a:gd name="connsiteY3" fmla="*/ 1085852 h 2894961"/>
              <a:gd name="connsiteX4" fmla="*/ 1643062 w 1643062"/>
              <a:gd name="connsiteY4" fmla="*/ 2780659 h 2894961"/>
              <a:gd name="connsiteX5" fmla="*/ 1528760 w 1643062"/>
              <a:gd name="connsiteY5" fmla="*/ 2894961 h 2894961"/>
              <a:gd name="connsiteX6" fmla="*/ 1071564 w 1643062"/>
              <a:gd name="connsiteY6" fmla="*/ 2894961 h 2894961"/>
              <a:gd name="connsiteX7" fmla="*/ 0 w 1643062"/>
              <a:gd name="connsiteY7" fmla="*/ 2794947 h 2894961"/>
              <a:gd name="connsiteX8" fmla="*/ 957262 w 1643062"/>
              <a:gd name="connsiteY8" fmla="*/ 1085852 h 2894961"/>
              <a:gd name="connsiteX0" fmla="*/ 485774 w 1171574"/>
              <a:gd name="connsiteY0" fmla="*/ 1085852 h 3385789"/>
              <a:gd name="connsiteX1" fmla="*/ 871539 w 1171574"/>
              <a:gd name="connsiteY1" fmla="*/ 0 h 3385789"/>
              <a:gd name="connsiteX2" fmla="*/ 1057272 w 1171574"/>
              <a:gd name="connsiteY2" fmla="*/ 971550 h 3385789"/>
              <a:gd name="connsiteX3" fmla="*/ 1171574 w 1171574"/>
              <a:gd name="connsiteY3" fmla="*/ 1085852 h 3385789"/>
              <a:gd name="connsiteX4" fmla="*/ 1171574 w 1171574"/>
              <a:gd name="connsiteY4" fmla="*/ 2780659 h 3385789"/>
              <a:gd name="connsiteX5" fmla="*/ 1057272 w 1171574"/>
              <a:gd name="connsiteY5" fmla="*/ 2894961 h 3385789"/>
              <a:gd name="connsiteX6" fmla="*/ 600076 w 1171574"/>
              <a:gd name="connsiteY6" fmla="*/ 2894961 h 3385789"/>
              <a:gd name="connsiteX7" fmla="*/ 0 w 1171574"/>
              <a:gd name="connsiteY7" fmla="*/ 3380734 h 3385789"/>
              <a:gd name="connsiteX8" fmla="*/ 485774 w 1171574"/>
              <a:gd name="connsiteY8" fmla="*/ 1085852 h 3385789"/>
              <a:gd name="connsiteX0" fmla="*/ 485774 w 1171574"/>
              <a:gd name="connsiteY0" fmla="*/ 1085852 h 3441458"/>
              <a:gd name="connsiteX1" fmla="*/ 871539 w 1171574"/>
              <a:gd name="connsiteY1" fmla="*/ 0 h 3441458"/>
              <a:gd name="connsiteX2" fmla="*/ 1057272 w 1171574"/>
              <a:gd name="connsiteY2" fmla="*/ 971550 h 3441458"/>
              <a:gd name="connsiteX3" fmla="*/ 1171574 w 1171574"/>
              <a:gd name="connsiteY3" fmla="*/ 1085852 h 3441458"/>
              <a:gd name="connsiteX4" fmla="*/ 1171574 w 1171574"/>
              <a:gd name="connsiteY4" fmla="*/ 2780659 h 3441458"/>
              <a:gd name="connsiteX5" fmla="*/ 1057272 w 1171574"/>
              <a:gd name="connsiteY5" fmla="*/ 2894961 h 3441458"/>
              <a:gd name="connsiteX6" fmla="*/ 600076 w 1171574"/>
              <a:gd name="connsiteY6" fmla="*/ 2894961 h 3441458"/>
              <a:gd name="connsiteX7" fmla="*/ 0 w 1171574"/>
              <a:gd name="connsiteY7" fmla="*/ 3380734 h 3441458"/>
              <a:gd name="connsiteX8" fmla="*/ 485774 w 1171574"/>
              <a:gd name="connsiteY8" fmla="*/ 1085852 h 3441458"/>
              <a:gd name="connsiteX0" fmla="*/ 485774 w 2114549"/>
              <a:gd name="connsiteY0" fmla="*/ 1085852 h 3441458"/>
              <a:gd name="connsiteX1" fmla="*/ 871539 w 2114549"/>
              <a:gd name="connsiteY1" fmla="*/ 0 h 3441458"/>
              <a:gd name="connsiteX2" fmla="*/ 1057272 w 2114549"/>
              <a:gd name="connsiteY2" fmla="*/ 971550 h 3441458"/>
              <a:gd name="connsiteX3" fmla="*/ 1171574 w 2114549"/>
              <a:gd name="connsiteY3" fmla="*/ 1085852 h 3441458"/>
              <a:gd name="connsiteX4" fmla="*/ 2114549 w 2114549"/>
              <a:gd name="connsiteY4" fmla="*/ 2223446 h 3441458"/>
              <a:gd name="connsiteX5" fmla="*/ 1057272 w 2114549"/>
              <a:gd name="connsiteY5" fmla="*/ 2894961 h 3441458"/>
              <a:gd name="connsiteX6" fmla="*/ 600076 w 2114549"/>
              <a:gd name="connsiteY6" fmla="*/ 2894961 h 3441458"/>
              <a:gd name="connsiteX7" fmla="*/ 0 w 2114549"/>
              <a:gd name="connsiteY7" fmla="*/ 3380734 h 3441458"/>
              <a:gd name="connsiteX8" fmla="*/ 485774 w 2114549"/>
              <a:gd name="connsiteY8" fmla="*/ 1085852 h 3441458"/>
              <a:gd name="connsiteX0" fmla="*/ 0 w 2543175"/>
              <a:gd name="connsiteY0" fmla="*/ 1500190 h 3441458"/>
              <a:gd name="connsiteX1" fmla="*/ 1300165 w 2543175"/>
              <a:gd name="connsiteY1" fmla="*/ 0 h 3441458"/>
              <a:gd name="connsiteX2" fmla="*/ 1485898 w 2543175"/>
              <a:gd name="connsiteY2" fmla="*/ 971550 h 3441458"/>
              <a:gd name="connsiteX3" fmla="*/ 1600200 w 2543175"/>
              <a:gd name="connsiteY3" fmla="*/ 1085852 h 3441458"/>
              <a:gd name="connsiteX4" fmla="*/ 2543175 w 2543175"/>
              <a:gd name="connsiteY4" fmla="*/ 2223446 h 3441458"/>
              <a:gd name="connsiteX5" fmla="*/ 1485898 w 2543175"/>
              <a:gd name="connsiteY5" fmla="*/ 2894961 h 3441458"/>
              <a:gd name="connsiteX6" fmla="*/ 1028702 w 2543175"/>
              <a:gd name="connsiteY6" fmla="*/ 2894961 h 3441458"/>
              <a:gd name="connsiteX7" fmla="*/ 428626 w 2543175"/>
              <a:gd name="connsiteY7" fmla="*/ 3380734 h 3441458"/>
              <a:gd name="connsiteX8" fmla="*/ 0 w 2543175"/>
              <a:gd name="connsiteY8" fmla="*/ 1500190 h 3441458"/>
              <a:gd name="connsiteX0" fmla="*/ 0 w 2543175"/>
              <a:gd name="connsiteY0" fmla="*/ 1500190 h 3570015"/>
              <a:gd name="connsiteX1" fmla="*/ 1300165 w 2543175"/>
              <a:gd name="connsiteY1" fmla="*/ 0 h 3570015"/>
              <a:gd name="connsiteX2" fmla="*/ 1485898 w 2543175"/>
              <a:gd name="connsiteY2" fmla="*/ 971550 h 3570015"/>
              <a:gd name="connsiteX3" fmla="*/ 1600200 w 2543175"/>
              <a:gd name="connsiteY3" fmla="*/ 1085852 h 3570015"/>
              <a:gd name="connsiteX4" fmla="*/ 2543175 w 2543175"/>
              <a:gd name="connsiteY4" fmla="*/ 2223446 h 3570015"/>
              <a:gd name="connsiteX5" fmla="*/ 1485898 w 2543175"/>
              <a:gd name="connsiteY5" fmla="*/ 2894961 h 3570015"/>
              <a:gd name="connsiteX6" fmla="*/ 1409456 w 2543175"/>
              <a:gd name="connsiteY6" fmla="*/ 3548730 h 3570015"/>
              <a:gd name="connsiteX7" fmla="*/ 428626 w 2543175"/>
              <a:gd name="connsiteY7" fmla="*/ 3380734 h 3570015"/>
              <a:gd name="connsiteX8" fmla="*/ 0 w 2543175"/>
              <a:gd name="connsiteY8" fmla="*/ 1500190 h 3570015"/>
              <a:gd name="connsiteX0" fmla="*/ 0 w 1714360"/>
              <a:gd name="connsiteY0" fmla="*/ 1500190 h 3570015"/>
              <a:gd name="connsiteX1" fmla="*/ 1300165 w 1714360"/>
              <a:gd name="connsiteY1" fmla="*/ 0 h 3570015"/>
              <a:gd name="connsiteX2" fmla="*/ 1485898 w 1714360"/>
              <a:gd name="connsiteY2" fmla="*/ 971550 h 3570015"/>
              <a:gd name="connsiteX3" fmla="*/ 1600200 w 1714360"/>
              <a:gd name="connsiteY3" fmla="*/ 1085852 h 3570015"/>
              <a:gd name="connsiteX4" fmla="*/ 1714360 w 1714360"/>
              <a:gd name="connsiteY4" fmla="*/ 1903690 h 3570015"/>
              <a:gd name="connsiteX5" fmla="*/ 1485898 w 1714360"/>
              <a:gd name="connsiteY5" fmla="*/ 2894961 h 3570015"/>
              <a:gd name="connsiteX6" fmla="*/ 1409456 w 1714360"/>
              <a:gd name="connsiteY6" fmla="*/ 3548730 h 3570015"/>
              <a:gd name="connsiteX7" fmla="*/ 428626 w 1714360"/>
              <a:gd name="connsiteY7" fmla="*/ 3380734 h 3570015"/>
              <a:gd name="connsiteX8" fmla="*/ 0 w 1714360"/>
              <a:gd name="connsiteY8" fmla="*/ 1500190 h 357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4360" h="3570015">
                <a:moveTo>
                  <a:pt x="0" y="1500190"/>
                </a:moveTo>
                <a:cubicBezTo>
                  <a:pt x="0" y="1437063"/>
                  <a:pt x="1237038" y="0"/>
                  <a:pt x="1300165" y="0"/>
                </a:cubicBezTo>
                <a:cubicBezTo>
                  <a:pt x="1452564" y="0"/>
                  <a:pt x="1333499" y="971550"/>
                  <a:pt x="1485898" y="971550"/>
                </a:cubicBezTo>
                <a:cubicBezTo>
                  <a:pt x="1549025" y="971550"/>
                  <a:pt x="1600200" y="1022725"/>
                  <a:pt x="1600200" y="1085852"/>
                </a:cubicBezTo>
                <a:lnTo>
                  <a:pt x="1714360" y="1903690"/>
                </a:lnTo>
                <a:cubicBezTo>
                  <a:pt x="1714360" y="1966817"/>
                  <a:pt x="1549025" y="2894961"/>
                  <a:pt x="1485898" y="2894961"/>
                </a:cubicBezTo>
                <a:lnTo>
                  <a:pt x="1409456" y="3548730"/>
                </a:lnTo>
                <a:cubicBezTo>
                  <a:pt x="1346329" y="3548730"/>
                  <a:pt x="1414464" y="3658173"/>
                  <a:pt x="428626" y="3380734"/>
                </a:cubicBezTo>
                <a:lnTo>
                  <a:pt x="0" y="1500190"/>
                </a:lnTo>
                <a:close/>
              </a:path>
            </a:pathLst>
          </a:custGeom>
          <a:solidFill>
            <a:srgbClr val="6A48D7">
              <a:alpha val="65000"/>
            </a:srgbClr>
          </a:solidFill>
          <a:ln>
            <a:noFill/>
          </a:ln>
          <a:effectLst>
            <a:softEdge rad="736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Дуга 22">
            <a:extLst>
              <a:ext uri="{FF2B5EF4-FFF2-40B4-BE49-F238E27FC236}">
                <a16:creationId xmlns:a16="http://schemas.microsoft.com/office/drawing/2014/main" id="{BE8D1BBC-39AD-E04A-B76A-DB5B62ACA4C8}"/>
              </a:ext>
            </a:extLst>
          </p:cNvPr>
          <p:cNvSpPr/>
          <p:nvPr/>
        </p:nvSpPr>
        <p:spPr>
          <a:xfrm>
            <a:off x="6830191" y="4775498"/>
            <a:ext cx="4960992" cy="1386261"/>
          </a:xfrm>
          <a:prstGeom prst="arc">
            <a:avLst>
              <a:gd name="adj1" fmla="val 16519097"/>
              <a:gd name="adj2" fmla="val 10600491"/>
            </a:avLst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8430B84-31DA-8E4C-B5EA-CC87F87A9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617" y="4675792"/>
            <a:ext cx="957263" cy="95726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3643428A-7B59-B24F-B861-1A338A7F77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0910886" y="4558643"/>
            <a:ext cx="490862" cy="490862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6DE0F663-A793-3744-8162-94FF1F8897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9386886" y="5616795"/>
            <a:ext cx="587400" cy="587400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C2AB076-5728-E243-8B53-C93775C069AA}"/>
              </a:ext>
            </a:extLst>
          </p:cNvPr>
          <p:cNvSpPr/>
          <p:nvPr/>
        </p:nvSpPr>
        <p:spPr>
          <a:xfrm>
            <a:off x="-846485" y="0"/>
            <a:ext cx="928686" cy="6858000"/>
          </a:xfrm>
          <a:prstGeom prst="rect">
            <a:avLst/>
          </a:prstGeom>
          <a:solidFill>
            <a:srgbClr val="E038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40BE540-0E9E-AE49-B86B-8D2044F216E6}"/>
              </a:ext>
            </a:extLst>
          </p:cNvPr>
          <p:cNvSpPr/>
          <p:nvPr/>
        </p:nvSpPr>
        <p:spPr>
          <a:xfrm>
            <a:off x="4656719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28B3E5D-8D7D-6E4F-9F19-E87C8942EAED}"/>
              </a:ext>
            </a:extLst>
          </p:cNvPr>
          <p:cNvSpPr/>
          <p:nvPr/>
        </p:nvSpPr>
        <p:spPr>
          <a:xfrm>
            <a:off x="6633155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F54E529-5F07-6E49-9A55-B5A946AC1FDD}"/>
              </a:ext>
            </a:extLst>
          </p:cNvPr>
          <p:cNvSpPr/>
          <p:nvPr/>
        </p:nvSpPr>
        <p:spPr>
          <a:xfrm>
            <a:off x="8609591" y="-5716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75A651B-0180-2040-8A8C-A9927D129774}"/>
              </a:ext>
            </a:extLst>
          </p:cNvPr>
          <p:cNvSpPr/>
          <p:nvPr/>
        </p:nvSpPr>
        <p:spPr>
          <a:xfrm>
            <a:off x="2680283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C2F51C-3229-A84D-AABB-C0E7BBD51A55}"/>
              </a:ext>
            </a:extLst>
          </p:cNvPr>
          <p:cNvSpPr txBox="1"/>
          <p:nvPr/>
        </p:nvSpPr>
        <p:spPr>
          <a:xfrm>
            <a:off x="4868542" y="-301773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История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94C1FF-2E61-D145-A1B7-9E9CE2DE839F}"/>
              </a:ext>
            </a:extLst>
          </p:cNvPr>
          <p:cNvSpPr txBox="1"/>
          <p:nvPr/>
        </p:nvSpPr>
        <p:spPr>
          <a:xfrm>
            <a:off x="6784785" y="-306653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Создание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7C998E-2900-1F4D-8DCD-10D66BD392F0}"/>
              </a:ext>
            </a:extLst>
          </p:cNvPr>
          <p:cNvSpPr txBox="1"/>
          <p:nvPr/>
        </p:nvSpPr>
        <p:spPr>
          <a:xfrm>
            <a:off x="8633782" y="-306653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Заключение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DB19FF-6CAE-B342-9730-6CFBC421C7F3}"/>
              </a:ext>
            </a:extLst>
          </p:cNvPr>
          <p:cNvSpPr txBox="1"/>
          <p:nvPr/>
        </p:nvSpPr>
        <p:spPr>
          <a:xfrm>
            <a:off x="2821493" y="-328619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Введение</a:t>
            </a:r>
          </a:p>
        </p:txBody>
      </p:sp>
      <p:sp>
        <p:nvSpPr>
          <p:cNvPr id="41" name="Дуга 40">
            <a:extLst>
              <a:ext uri="{FF2B5EF4-FFF2-40B4-BE49-F238E27FC236}">
                <a16:creationId xmlns:a16="http://schemas.microsoft.com/office/drawing/2014/main" id="{8F308884-4290-2C45-9A49-D03EEC6A5852}"/>
              </a:ext>
            </a:extLst>
          </p:cNvPr>
          <p:cNvSpPr/>
          <p:nvPr/>
        </p:nvSpPr>
        <p:spPr>
          <a:xfrm rot="20192487">
            <a:off x="125616" y="1350867"/>
            <a:ext cx="3819665" cy="1078931"/>
          </a:xfrm>
          <a:prstGeom prst="arc">
            <a:avLst>
              <a:gd name="adj1" fmla="val 9853535"/>
              <a:gd name="adj2" fmla="val 533605"/>
            </a:avLst>
          </a:prstGeom>
          <a:ln w="1905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53795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B31FC4-FAAF-3349-8BCA-8E0332C5DFD0}"/>
              </a:ext>
            </a:extLst>
          </p:cNvPr>
          <p:cNvSpPr/>
          <p:nvPr/>
        </p:nvSpPr>
        <p:spPr>
          <a:xfrm>
            <a:off x="0" y="0"/>
            <a:ext cx="928686" cy="6858000"/>
          </a:xfrm>
          <a:prstGeom prst="rect">
            <a:avLst/>
          </a:prstGeom>
          <a:solidFill>
            <a:srgbClr val="E038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3A68A7-136F-BF4D-8DB9-220BD7D5EDFF}"/>
              </a:ext>
            </a:extLst>
          </p:cNvPr>
          <p:cNvSpPr txBox="1"/>
          <p:nvPr/>
        </p:nvSpPr>
        <p:spPr>
          <a:xfrm>
            <a:off x="1336264" y="1600378"/>
            <a:ext cx="77724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1" dirty="0">
                <a:latin typeface="Montserrat" pitchFamily="2" charset="0"/>
              </a:rPr>
              <a:t>ПРОБЛЕМА:</a:t>
            </a:r>
          </a:p>
          <a:p>
            <a:r>
              <a:rPr lang="ru-RU" dirty="0" smtClean="0">
                <a:latin typeface="Montserrat Medium" pitchFamily="2" charset="0"/>
              </a:rPr>
              <a:t>	В </a:t>
            </a:r>
            <a:r>
              <a:rPr lang="ru-RU" dirty="0">
                <a:latin typeface="Montserrat Medium" pitchFamily="2" charset="0"/>
              </a:rPr>
              <a:t>последнее время потребность в прогулках сильно упал. Часто причиной этого является отсутствие желания или возможности продумать свой маршрут.</a:t>
            </a:r>
          </a:p>
          <a:p>
            <a:endParaRPr lang="ru-RU" sz="2000" dirty="0">
              <a:effectLst/>
              <a:latin typeface="Montserrat Medium" pitchFamily="2" charset="0"/>
            </a:endParaRPr>
          </a:p>
          <a:p>
            <a:r>
              <a:rPr lang="ru-RU" sz="3200" b="1" i="1" dirty="0">
                <a:latin typeface="Montserrat" pitchFamily="2" charset="0"/>
              </a:rPr>
              <a:t>ЗАДАЧИ: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Montserrat Medium" pitchFamily="2" charset="0"/>
              </a:rPr>
              <a:t>Узнать популярные направления для туризма в нашем </a:t>
            </a:r>
            <a:r>
              <a:rPr lang="ru-RU" dirty="0" smtClean="0">
                <a:latin typeface="Montserrat Medium" pitchFamily="2" charset="0"/>
              </a:rPr>
              <a:t>краю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Определить источники информации касательно </a:t>
            </a:r>
            <a:r>
              <a:rPr lang="ru-RU" dirty="0" smtClean="0"/>
              <a:t>маршрутов</a:t>
            </a: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Montserrat Medium" pitchFamily="2" charset="0"/>
              </a:rPr>
              <a:t>Выяснить, как и на чём чаще всего передвигаются путешественники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Montserrat Medium" pitchFamily="2" charset="0"/>
              </a:rPr>
              <a:t>Создать удобную систему, в которой можно будет подобрать маршрут для </a:t>
            </a:r>
            <a:r>
              <a:rPr lang="ru-RU" dirty="0" smtClean="0">
                <a:latin typeface="Montserrat Medium" pitchFamily="2" charset="0"/>
              </a:rPr>
              <a:t>прогулки/поездки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Разработать дизайн приложения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Запрограммировать </a:t>
            </a:r>
            <a:r>
              <a:rPr lang="ru-RU" dirty="0" smtClean="0"/>
              <a:t>приложение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565610E-D6F7-1940-80D1-244394F24C8F}"/>
              </a:ext>
            </a:extLst>
          </p:cNvPr>
          <p:cNvCxnSpPr>
            <a:cxnSpLocks/>
          </p:cNvCxnSpPr>
          <p:nvPr/>
        </p:nvCxnSpPr>
        <p:spPr>
          <a:xfrm>
            <a:off x="576263" y="1462087"/>
            <a:ext cx="8763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DD47DF-CEAB-F84D-99F7-F20D13905751}"/>
              </a:ext>
            </a:extLst>
          </p:cNvPr>
          <p:cNvSpPr/>
          <p:nvPr/>
        </p:nvSpPr>
        <p:spPr>
          <a:xfrm>
            <a:off x="4656719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D8E2AE1-16CF-CF49-B4D4-1C5F460F344F}"/>
              </a:ext>
            </a:extLst>
          </p:cNvPr>
          <p:cNvSpPr/>
          <p:nvPr/>
        </p:nvSpPr>
        <p:spPr>
          <a:xfrm>
            <a:off x="6633155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7BA115C-2651-2A40-8C6A-C4803030EEDF}"/>
              </a:ext>
            </a:extLst>
          </p:cNvPr>
          <p:cNvSpPr/>
          <p:nvPr/>
        </p:nvSpPr>
        <p:spPr>
          <a:xfrm>
            <a:off x="8609591" y="-5716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8FFD242-B2DD-E941-94C8-1A09D148E09F}"/>
              </a:ext>
            </a:extLst>
          </p:cNvPr>
          <p:cNvSpPr/>
          <p:nvPr/>
        </p:nvSpPr>
        <p:spPr>
          <a:xfrm>
            <a:off x="2680282" y="0"/>
            <a:ext cx="1414462" cy="1428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745BA5-CF55-1541-915A-016D13587B23}"/>
              </a:ext>
            </a:extLst>
          </p:cNvPr>
          <p:cNvSpPr txBox="1"/>
          <p:nvPr/>
        </p:nvSpPr>
        <p:spPr>
          <a:xfrm>
            <a:off x="2821493" y="142873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 Medium" pitchFamily="2" charset="0"/>
              </a:rPr>
              <a:t>Введение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176E47-D183-224F-B993-F6C12BA3F37C}"/>
              </a:ext>
            </a:extLst>
          </p:cNvPr>
          <p:cNvSpPr txBox="1"/>
          <p:nvPr/>
        </p:nvSpPr>
        <p:spPr>
          <a:xfrm>
            <a:off x="4868542" y="12555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История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00646F-7844-9E43-9CD2-DD9E73CABBAA}"/>
              </a:ext>
            </a:extLst>
          </p:cNvPr>
          <p:cNvSpPr txBox="1"/>
          <p:nvPr/>
        </p:nvSpPr>
        <p:spPr>
          <a:xfrm>
            <a:off x="6784785" y="7675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Создание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53B70-6AC6-1146-A75D-9D8BFCEBDEF6}"/>
              </a:ext>
            </a:extLst>
          </p:cNvPr>
          <p:cNvSpPr txBox="1"/>
          <p:nvPr/>
        </p:nvSpPr>
        <p:spPr>
          <a:xfrm>
            <a:off x="8633782" y="767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Заключение</a:t>
            </a:r>
          </a:p>
        </p:txBody>
      </p:sp>
      <p:sp>
        <p:nvSpPr>
          <p:cNvPr id="27" name="Скругленный прямоугольник 16">
            <a:extLst>
              <a:ext uri="{FF2B5EF4-FFF2-40B4-BE49-F238E27FC236}">
                <a16:creationId xmlns:a16="http://schemas.microsoft.com/office/drawing/2014/main" id="{DA2DBCF1-CBD5-F740-932F-0213FDF7F94D}"/>
              </a:ext>
            </a:extLst>
          </p:cNvPr>
          <p:cNvSpPr/>
          <p:nvPr/>
        </p:nvSpPr>
        <p:spPr>
          <a:xfrm rot="17117935">
            <a:off x="7067989" y="3361054"/>
            <a:ext cx="6703591" cy="5276886"/>
          </a:xfrm>
          <a:custGeom>
            <a:avLst/>
            <a:gdLst>
              <a:gd name="connsiteX0" fmla="*/ 0 w 685800"/>
              <a:gd name="connsiteY0" fmla="*/ 114302 h 1923411"/>
              <a:gd name="connsiteX1" fmla="*/ 114302 w 685800"/>
              <a:gd name="connsiteY1" fmla="*/ 0 h 1923411"/>
              <a:gd name="connsiteX2" fmla="*/ 571498 w 685800"/>
              <a:gd name="connsiteY2" fmla="*/ 0 h 1923411"/>
              <a:gd name="connsiteX3" fmla="*/ 685800 w 685800"/>
              <a:gd name="connsiteY3" fmla="*/ 114302 h 1923411"/>
              <a:gd name="connsiteX4" fmla="*/ 685800 w 685800"/>
              <a:gd name="connsiteY4" fmla="*/ 1809109 h 1923411"/>
              <a:gd name="connsiteX5" fmla="*/ 571498 w 685800"/>
              <a:gd name="connsiteY5" fmla="*/ 1923411 h 1923411"/>
              <a:gd name="connsiteX6" fmla="*/ 114302 w 685800"/>
              <a:gd name="connsiteY6" fmla="*/ 1923411 h 1923411"/>
              <a:gd name="connsiteX7" fmla="*/ 0 w 685800"/>
              <a:gd name="connsiteY7" fmla="*/ 1809109 h 1923411"/>
              <a:gd name="connsiteX8" fmla="*/ 0 w 685800"/>
              <a:gd name="connsiteY8" fmla="*/ 114302 h 1923411"/>
              <a:gd name="connsiteX0" fmla="*/ 0 w 685800"/>
              <a:gd name="connsiteY0" fmla="*/ 1085852 h 2894961"/>
              <a:gd name="connsiteX1" fmla="*/ 385765 w 685800"/>
              <a:gd name="connsiteY1" fmla="*/ 0 h 2894961"/>
              <a:gd name="connsiteX2" fmla="*/ 571498 w 685800"/>
              <a:gd name="connsiteY2" fmla="*/ 971550 h 2894961"/>
              <a:gd name="connsiteX3" fmla="*/ 685800 w 685800"/>
              <a:gd name="connsiteY3" fmla="*/ 1085852 h 2894961"/>
              <a:gd name="connsiteX4" fmla="*/ 685800 w 685800"/>
              <a:gd name="connsiteY4" fmla="*/ 2780659 h 2894961"/>
              <a:gd name="connsiteX5" fmla="*/ 571498 w 685800"/>
              <a:gd name="connsiteY5" fmla="*/ 2894961 h 2894961"/>
              <a:gd name="connsiteX6" fmla="*/ 114302 w 685800"/>
              <a:gd name="connsiteY6" fmla="*/ 2894961 h 2894961"/>
              <a:gd name="connsiteX7" fmla="*/ 0 w 685800"/>
              <a:gd name="connsiteY7" fmla="*/ 2780659 h 2894961"/>
              <a:gd name="connsiteX8" fmla="*/ 0 w 685800"/>
              <a:gd name="connsiteY8" fmla="*/ 1085852 h 2894961"/>
              <a:gd name="connsiteX0" fmla="*/ 957262 w 1643062"/>
              <a:gd name="connsiteY0" fmla="*/ 1085852 h 2894961"/>
              <a:gd name="connsiteX1" fmla="*/ 1343027 w 1643062"/>
              <a:gd name="connsiteY1" fmla="*/ 0 h 2894961"/>
              <a:gd name="connsiteX2" fmla="*/ 1528760 w 1643062"/>
              <a:gd name="connsiteY2" fmla="*/ 971550 h 2894961"/>
              <a:gd name="connsiteX3" fmla="*/ 1643062 w 1643062"/>
              <a:gd name="connsiteY3" fmla="*/ 1085852 h 2894961"/>
              <a:gd name="connsiteX4" fmla="*/ 1643062 w 1643062"/>
              <a:gd name="connsiteY4" fmla="*/ 2780659 h 2894961"/>
              <a:gd name="connsiteX5" fmla="*/ 1528760 w 1643062"/>
              <a:gd name="connsiteY5" fmla="*/ 2894961 h 2894961"/>
              <a:gd name="connsiteX6" fmla="*/ 1071564 w 1643062"/>
              <a:gd name="connsiteY6" fmla="*/ 2894961 h 2894961"/>
              <a:gd name="connsiteX7" fmla="*/ 0 w 1643062"/>
              <a:gd name="connsiteY7" fmla="*/ 2794947 h 2894961"/>
              <a:gd name="connsiteX8" fmla="*/ 957262 w 1643062"/>
              <a:gd name="connsiteY8" fmla="*/ 1085852 h 2894961"/>
              <a:gd name="connsiteX0" fmla="*/ 485774 w 1171574"/>
              <a:gd name="connsiteY0" fmla="*/ 1085852 h 3385789"/>
              <a:gd name="connsiteX1" fmla="*/ 871539 w 1171574"/>
              <a:gd name="connsiteY1" fmla="*/ 0 h 3385789"/>
              <a:gd name="connsiteX2" fmla="*/ 1057272 w 1171574"/>
              <a:gd name="connsiteY2" fmla="*/ 971550 h 3385789"/>
              <a:gd name="connsiteX3" fmla="*/ 1171574 w 1171574"/>
              <a:gd name="connsiteY3" fmla="*/ 1085852 h 3385789"/>
              <a:gd name="connsiteX4" fmla="*/ 1171574 w 1171574"/>
              <a:gd name="connsiteY4" fmla="*/ 2780659 h 3385789"/>
              <a:gd name="connsiteX5" fmla="*/ 1057272 w 1171574"/>
              <a:gd name="connsiteY5" fmla="*/ 2894961 h 3385789"/>
              <a:gd name="connsiteX6" fmla="*/ 600076 w 1171574"/>
              <a:gd name="connsiteY6" fmla="*/ 2894961 h 3385789"/>
              <a:gd name="connsiteX7" fmla="*/ 0 w 1171574"/>
              <a:gd name="connsiteY7" fmla="*/ 3380734 h 3385789"/>
              <a:gd name="connsiteX8" fmla="*/ 485774 w 1171574"/>
              <a:gd name="connsiteY8" fmla="*/ 1085852 h 3385789"/>
              <a:gd name="connsiteX0" fmla="*/ 485774 w 1171574"/>
              <a:gd name="connsiteY0" fmla="*/ 1085852 h 3441458"/>
              <a:gd name="connsiteX1" fmla="*/ 871539 w 1171574"/>
              <a:gd name="connsiteY1" fmla="*/ 0 h 3441458"/>
              <a:gd name="connsiteX2" fmla="*/ 1057272 w 1171574"/>
              <a:gd name="connsiteY2" fmla="*/ 971550 h 3441458"/>
              <a:gd name="connsiteX3" fmla="*/ 1171574 w 1171574"/>
              <a:gd name="connsiteY3" fmla="*/ 1085852 h 3441458"/>
              <a:gd name="connsiteX4" fmla="*/ 1171574 w 1171574"/>
              <a:gd name="connsiteY4" fmla="*/ 2780659 h 3441458"/>
              <a:gd name="connsiteX5" fmla="*/ 1057272 w 1171574"/>
              <a:gd name="connsiteY5" fmla="*/ 2894961 h 3441458"/>
              <a:gd name="connsiteX6" fmla="*/ 600076 w 1171574"/>
              <a:gd name="connsiteY6" fmla="*/ 2894961 h 3441458"/>
              <a:gd name="connsiteX7" fmla="*/ 0 w 1171574"/>
              <a:gd name="connsiteY7" fmla="*/ 3380734 h 3441458"/>
              <a:gd name="connsiteX8" fmla="*/ 485774 w 1171574"/>
              <a:gd name="connsiteY8" fmla="*/ 1085852 h 3441458"/>
              <a:gd name="connsiteX0" fmla="*/ 485774 w 2114549"/>
              <a:gd name="connsiteY0" fmla="*/ 1085852 h 3441458"/>
              <a:gd name="connsiteX1" fmla="*/ 871539 w 2114549"/>
              <a:gd name="connsiteY1" fmla="*/ 0 h 3441458"/>
              <a:gd name="connsiteX2" fmla="*/ 1057272 w 2114549"/>
              <a:gd name="connsiteY2" fmla="*/ 971550 h 3441458"/>
              <a:gd name="connsiteX3" fmla="*/ 1171574 w 2114549"/>
              <a:gd name="connsiteY3" fmla="*/ 1085852 h 3441458"/>
              <a:gd name="connsiteX4" fmla="*/ 2114549 w 2114549"/>
              <a:gd name="connsiteY4" fmla="*/ 2223446 h 3441458"/>
              <a:gd name="connsiteX5" fmla="*/ 1057272 w 2114549"/>
              <a:gd name="connsiteY5" fmla="*/ 2894961 h 3441458"/>
              <a:gd name="connsiteX6" fmla="*/ 600076 w 2114549"/>
              <a:gd name="connsiteY6" fmla="*/ 2894961 h 3441458"/>
              <a:gd name="connsiteX7" fmla="*/ 0 w 2114549"/>
              <a:gd name="connsiteY7" fmla="*/ 3380734 h 3441458"/>
              <a:gd name="connsiteX8" fmla="*/ 485774 w 2114549"/>
              <a:gd name="connsiteY8" fmla="*/ 1085852 h 3441458"/>
              <a:gd name="connsiteX0" fmla="*/ 0 w 2543175"/>
              <a:gd name="connsiteY0" fmla="*/ 1500190 h 3441458"/>
              <a:gd name="connsiteX1" fmla="*/ 1300165 w 2543175"/>
              <a:gd name="connsiteY1" fmla="*/ 0 h 3441458"/>
              <a:gd name="connsiteX2" fmla="*/ 1485898 w 2543175"/>
              <a:gd name="connsiteY2" fmla="*/ 971550 h 3441458"/>
              <a:gd name="connsiteX3" fmla="*/ 1600200 w 2543175"/>
              <a:gd name="connsiteY3" fmla="*/ 1085852 h 3441458"/>
              <a:gd name="connsiteX4" fmla="*/ 2543175 w 2543175"/>
              <a:gd name="connsiteY4" fmla="*/ 2223446 h 3441458"/>
              <a:gd name="connsiteX5" fmla="*/ 1485898 w 2543175"/>
              <a:gd name="connsiteY5" fmla="*/ 2894961 h 3441458"/>
              <a:gd name="connsiteX6" fmla="*/ 1028702 w 2543175"/>
              <a:gd name="connsiteY6" fmla="*/ 2894961 h 3441458"/>
              <a:gd name="connsiteX7" fmla="*/ 428626 w 2543175"/>
              <a:gd name="connsiteY7" fmla="*/ 3380734 h 3441458"/>
              <a:gd name="connsiteX8" fmla="*/ 0 w 2543175"/>
              <a:gd name="connsiteY8" fmla="*/ 1500190 h 3441458"/>
              <a:gd name="connsiteX0" fmla="*/ 0 w 2543175"/>
              <a:gd name="connsiteY0" fmla="*/ 1500190 h 2898038"/>
              <a:gd name="connsiteX1" fmla="*/ 1300165 w 2543175"/>
              <a:gd name="connsiteY1" fmla="*/ 0 h 2898038"/>
              <a:gd name="connsiteX2" fmla="*/ 1485898 w 2543175"/>
              <a:gd name="connsiteY2" fmla="*/ 971550 h 2898038"/>
              <a:gd name="connsiteX3" fmla="*/ 1600200 w 2543175"/>
              <a:gd name="connsiteY3" fmla="*/ 1085852 h 2898038"/>
              <a:gd name="connsiteX4" fmla="*/ 2543175 w 2543175"/>
              <a:gd name="connsiteY4" fmla="*/ 2223446 h 2898038"/>
              <a:gd name="connsiteX5" fmla="*/ 1485898 w 2543175"/>
              <a:gd name="connsiteY5" fmla="*/ 2894961 h 2898038"/>
              <a:gd name="connsiteX6" fmla="*/ 1028702 w 2543175"/>
              <a:gd name="connsiteY6" fmla="*/ 2894961 h 2898038"/>
              <a:gd name="connsiteX7" fmla="*/ 507497 w 2543175"/>
              <a:gd name="connsiteY7" fmla="*/ 2664942 h 2898038"/>
              <a:gd name="connsiteX8" fmla="*/ 0 w 2543175"/>
              <a:gd name="connsiteY8" fmla="*/ 1500190 h 2898038"/>
              <a:gd name="connsiteX0" fmla="*/ 0 w 2543175"/>
              <a:gd name="connsiteY0" fmla="*/ 528640 h 1926488"/>
              <a:gd name="connsiteX1" fmla="*/ 940922 w 2543175"/>
              <a:gd name="connsiteY1" fmla="*/ 63790 h 1926488"/>
              <a:gd name="connsiteX2" fmla="*/ 1485898 w 2543175"/>
              <a:gd name="connsiteY2" fmla="*/ 0 h 1926488"/>
              <a:gd name="connsiteX3" fmla="*/ 1600200 w 2543175"/>
              <a:gd name="connsiteY3" fmla="*/ 114302 h 1926488"/>
              <a:gd name="connsiteX4" fmla="*/ 2543175 w 2543175"/>
              <a:gd name="connsiteY4" fmla="*/ 1251896 h 1926488"/>
              <a:gd name="connsiteX5" fmla="*/ 1485898 w 2543175"/>
              <a:gd name="connsiteY5" fmla="*/ 1923411 h 1926488"/>
              <a:gd name="connsiteX6" fmla="*/ 1028702 w 2543175"/>
              <a:gd name="connsiteY6" fmla="*/ 1923411 h 1926488"/>
              <a:gd name="connsiteX7" fmla="*/ 507497 w 2543175"/>
              <a:gd name="connsiteY7" fmla="*/ 1693392 h 1926488"/>
              <a:gd name="connsiteX8" fmla="*/ 0 w 2543175"/>
              <a:gd name="connsiteY8" fmla="*/ 528640 h 1926488"/>
              <a:gd name="connsiteX0" fmla="*/ 0 w 2222672"/>
              <a:gd name="connsiteY0" fmla="*/ 591712 h 1926488"/>
              <a:gd name="connsiteX1" fmla="*/ 620419 w 2222672"/>
              <a:gd name="connsiteY1" fmla="*/ 63790 h 1926488"/>
              <a:gd name="connsiteX2" fmla="*/ 1165395 w 2222672"/>
              <a:gd name="connsiteY2" fmla="*/ 0 h 1926488"/>
              <a:gd name="connsiteX3" fmla="*/ 1279697 w 2222672"/>
              <a:gd name="connsiteY3" fmla="*/ 114302 h 1926488"/>
              <a:gd name="connsiteX4" fmla="*/ 2222672 w 2222672"/>
              <a:gd name="connsiteY4" fmla="*/ 1251896 h 1926488"/>
              <a:gd name="connsiteX5" fmla="*/ 1165395 w 2222672"/>
              <a:gd name="connsiteY5" fmla="*/ 1923411 h 1926488"/>
              <a:gd name="connsiteX6" fmla="*/ 708199 w 2222672"/>
              <a:gd name="connsiteY6" fmla="*/ 1923411 h 1926488"/>
              <a:gd name="connsiteX7" fmla="*/ 186994 w 2222672"/>
              <a:gd name="connsiteY7" fmla="*/ 1693392 h 1926488"/>
              <a:gd name="connsiteX8" fmla="*/ 0 w 2222672"/>
              <a:gd name="connsiteY8" fmla="*/ 591712 h 192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2672" h="1926488">
                <a:moveTo>
                  <a:pt x="0" y="591712"/>
                </a:moveTo>
                <a:cubicBezTo>
                  <a:pt x="0" y="528585"/>
                  <a:pt x="557292" y="63790"/>
                  <a:pt x="620419" y="63790"/>
                </a:cubicBezTo>
                <a:cubicBezTo>
                  <a:pt x="772818" y="63790"/>
                  <a:pt x="1012996" y="0"/>
                  <a:pt x="1165395" y="0"/>
                </a:cubicBezTo>
                <a:cubicBezTo>
                  <a:pt x="1228522" y="0"/>
                  <a:pt x="1279697" y="51175"/>
                  <a:pt x="1279697" y="114302"/>
                </a:cubicBezTo>
                <a:lnTo>
                  <a:pt x="2222672" y="1251896"/>
                </a:lnTo>
                <a:cubicBezTo>
                  <a:pt x="2222672" y="1315023"/>
                  <a:pt x="1228522" y="1923411"/>
                  <a:pt x="1165395" y="1923411"/>
                </a:cubicBezTo>
                <a:lnTo>
                  <a:pt x="708199" y="1923411"/>
                </a:lnTo>
                <a:cubicBezTo>
                  <a:pt x="645072" y="1923411"/>
                  <a:pt x="1172832" y="1970831"/>
                  <a:pt x="186994" y="1693392"/>
                </a:cubicBezTo>
                <a:lnTo>
                  <a:pt x="0" y="591712"/>
                </a:lnTo>
                <a:close/>
              </a:path>
            </a:pathLst>
          </a:custGeom>
          <a:solidFill>
            <a:srgbClr val="E038AD">
              <a:alpha val="62000"/>
            </a:srgbClr>
          </a:soli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0D04716-4649-5A48-B337-B6C154EF0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19" y="6572303"/>
            <a:ext cx="6840206" cy="4825823"/>
          </a:xfrm>
          <a:prstGeom prst="rect">
            <a:avLst/>
          </a:prstGeom>
          <a:effectLst>
            <a:outerShdw blurRad="241300" dist="50800" dir="8040000" algn="ctr" rotWithShape="0">
              <a:srgbClr val="000000">
                <a:alpha val="34000"/>
              </a:srgbClr>
            </a:outerShdw>
            <a:reflection stA="78000"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8515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B31FC4-FAAF-3349-8BCA-8E0332C5DFD0}"/>
              </a:ext>
            </a:extLst>
          </p:cNvPr>
          <p:cNvSpPr/>
          <p:nvPr/>
        </p:nvSpPr>
        <p:spPr>
          <a:xfrm>
            <a:off x="0" y="0"/>
            <a:ext cx="928686" cy="6858000"/>
          </a:xfrm>
          <a:prstGeom prst="rect">
            <a:avLst/>
          </a:prstGeom>
          <a:solidFill>
            <a:srgbClr val="39A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565610E-D6F7-1940-80D1-244394F24C8F}"/>
              </a:ext>
            </a:extLst>
          </p:cNvPr>
          <p:cNvCxnSpPr>
            <a:cxnSpLocks/>
          </p:cNvCxnSpPr>
          <p:nvPr/>
        </p:nvCxnSpPr>
        <p:spPr>
          <a:xfrm>
            <a:off x="576263" y="1462087"/>
            <a:ext cx="8763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9176E47-D183-224F-B993-F6C12BA3F37C}"/>
              </a:ext>
            </a:extLst>
          </p:cNvPr>
          <p:cNvSpPr txBox="1"/>
          <p:nvPr/>
        </p:nvSpPr>
        <p:spPr>
          <a:xfrm>
            <a:off x="4859533" y="127662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 Medium" pitchFamily="2" charset="0"/>
              </a:rPr>
              <a:t>История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00646F-7844-9E43-9CD2-DD9E73CABBAA}"/>
              </a:ext>
            </a:extLst>
          </p:cNvPr>
          <p:cNvSpPr txBox="1"/>
          <p:nvPr/>
        </p:nvSpPr>
        <p:spPr>
          <a:xfrm>
            <a:off x="6784785" y="7675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Создание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53B70-6AC6-1146-A75D-9D8BFCEBDEF6}"/>
              </a:ext>
            </a:extLst>
          </p:cNvPr>
          <p:cNvSpPr txBox="1"/>
          <p:nvPr/>
        </p:nvSpPr>
        <p:spPr>
          <a:xfrm>
            <a:off x="8633782" y="767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Заключение</a:t>
            </a:r>
          </a:p>
        </p:txBody>
      </p:sp>
      <p:sp>
        <p:nvSpPr>
          <p:cNvPr id="28" name="Скругленный прямоугольник 15">
            <a:extLst>
              <a:ext uri="{FF2B5EF4-FFF2-40B4-BE49-F238E27FC236}">
                <a16:creationId xmlns:a16="http://schemas.microsoft.com/office/drawing/2014/main" id="{E9A772B3-DEBB-EA4A-BE19-4CE97CC54BA8}"/>
              </a:ext>
            </a:extLst>
          </p:cNvPr>
          <p:cNvSpPr/>
          <p:nvPr/>
        </p:nvSpPr>
        <p:spPr>
          <a:xfrm rot="16446869">
            <a:off x="8172039" y="2900383"/>
            <a:ext cx="6947707" cy="7516708"/>
          </a:xfrm>
          <a:custGeom>
            <a:avLst/>
            <a:gdLst>
              <a:gd name="connsiteX0" fmla="*/ 0 w 2071687"/>
              <a:gd name="connsiteY0" fmla="*/ 299394 h 1796326"/>
              <a:gd name="connsiteX1" fmla="*/ 299394 w 2071687"/>
              <a:gd name="connsiteY1" fmla="*/ 0 h 1796326"/>
              <a:gd name="connsiteX2" fmla="*/ 1772293 w 2071687"/>
              <a:gd name="connsiteY2" fmla="*/ 0 h 1796326"/>
              <a:gd name="connsiteX3" fmla="*/ 2071687 w 2071687"/>
              <a:gd name="connsiteY3" fmla="*/ 299394 h 1796326"/>
              <a:gd name="connsiteX4" fmla="*/ 2071687 w 2071687"/>
              <a:gd name="connsiteY4" fmla="*/ 1496932 h 1796326"/>
              <a:gd name="connsiteX5" fmla="*/ 1772293 w 2071687"/>
              <a:gd name="connsiteY5" fmla="*/ 1796326 h 1796326"/>
              <a:gd name="connsiteX6" fmla="*/ 299394 w 2071687"/>
              <a:gd name="connsiteY6" fmla="*/ 1796326 h 1796326"/>
              <a:gd name="connsiteX7" fmla="*/ 0 w 2071687"/>
              <a:gd name="connsiteY7" fmla="*/ 1496932 h 1796326"/>
              <a:gd name="connsiteX8" fmla="*/ 0 w 2071687"/>
              <a:gd name="connsiteY8" fmla="*/ 299394 h 1796326"/>
              <a:gd name="connsiteX0" fmla="*/ 82 w 2071769"/>
              <a:gd name="connsiteY0" fmla="*/ 899469 h 2396401"/>
              <a:gd name="connsiteX1" fmla="*/ 156601 w 2071769"/>
              <a:gd name="connsiteY1" fmla="*/ 0 h 2396401"/>
              <a:gd name="connsiteX2" fmla="*/ 1772375 w 2071769"/>
              <a:gd name="connsiteY2" fmla="*/ 600075 h 2396401"/>
              <a:gd name="connsiteX3" fmla="*/ 2071769 w 2071769"/>
              <a:gd name="connsiteY3" fmla="*/ 899469 h 2396401"/>
              <a:gd name="connsiteX4" fmla="*/ 2071769 w 2071769"/>
              <a:gd name="connsiteY4" fmla="*/ 2097007 h 2396401"/>
              <a:gd name="connsiteX5" fmla="*/ 1772375 w 2071769"/>
              <a:gd name="connsiteY5" fmla="*/ 2396401 h 2396401"/>
              <a:gd name="connsiteX6" fmla="*/ 299476 w 2071769"/>
              <a:gd name="connsiteY6" fmla="*/ 2396401 h 2396401"/>
              <a:gd name="connsiteX7" fmla="*/ 82 w 2071769"/>
              <a:gd name="connsiteY7" fmla="*/ 2097007 h 2396401"/>
              <a:gd name="connsiteX8" fmla="*/ 82 w 2071769"/>
              <a:gd name="connsiteY8" fmla="*/ 899469 h 2396401"/>
              <a:gd name="connsiteX0" fmla="*/ 885825 w 2957512"/>
              <a:gd name="connsiteY0" fmla="*/ 899469 h 2396401"/>
              <a:gd name="connsiteX1" fmla="*/ 1042344 w 2957512"/>
              <a:gd name="connsiteY1" fmla="*/ 0 h 2396401"/>
              <a:gd name="connsiteX2" fmla="*/ 2658118 w 2957512"/>
              <a:gd name="connsiteY2" fmla="*/ 600075 h 2396401"/>
              <a:gd name="connsiteX3" fmla="*/ 2957512 w 2957512"/>
              <a:gd name="connsiteY3" fmla="*/ 899469 h 2396401"/>
              <a:gd name="connsiteX4" fmla="*/ 2957512 w 2957512"/>
              <a:gd name="connsiteY4" fmla="*/ 2097007 h 2396401"/>
              <a:gd name="connsiteX5" fmla="*/ 2658118 w 2957512"/>
              <a:gd name="connsiteY5" fmla="*/ 2396401 h 2396401"/>
              <a:gd name="connsiteX6" fmla="*/ 1185219 w 2957512"/>
              <a:gd name="connsiteY6" fmla="*/ 2396401 h 2396401"/>
              <a:gd name="connsiteX7" fmla="*/ 0 w 2957512"/>
              <a:gd name="connsiteY7" fmla="*/ 2111294 h 2396401"/>
              <a:gd name="connsiteX8" fmla="*/ 885825 w 2957512"/>
              <a:gd name="connsiteY8" fmla="*/ 899469 h 2396401"/>
              <a:gd name="connsiteX0" fmla="*/ 885825 w 2957512"/>
              <a:gd name="connsiteY0" fmla="*/ 899469 h 2551076"/>
              <a:gd name="connsiteX1" fmla="*/ 1042344 w 2957512"/>
              <a:gd name="connsiteY1" fmla="*/ 0 h 2551076"/>
              <a:gd name="connsiteX2" fmla="*/ 2658118 w 2957512"/>
              <a:gd name="connsiteY2" fmla="*/ 600075 h 2551076"/>
              <a:gd name="connsiteX3" fmla="*/ 2957512 w 2957512"/>
              <a:gd name="connsiteY3" fmla="*/ 899469 h 2551076"/>
              <a:gd name="connsiteX4" fmla="*/ 2957512 w 2957512"/>
              <a:gd name="connsiteY4" fmla="*/ 2097007 h 2551076"/>
              <a:gd name="connsiteX5" fmla="*/ 2658118 w 2957512"/>
              <a:gd name="connsiteY5" fmla="*/ 2396401 h 2551076"/>
              <a:gd name="connsiteX6" fmla="*/ 1185219 w 2957512"/>
              <a:gd name="connsiteY6" fmla="*/ 2396401 h 2551076"/>
              <a:gd name="connsiteX7" fmla="*/ 0 w 2957512"/>
              <a:gd name="connsiteY7" fmla="*/ 2111294 h 2551076"/>
              <a:gd name="connsiteX8" fmla="*/ 885825 w 2957512"/>
              <a:gd name="connsiteY8" fmla="*/ 899469 h 2551076"/>
              <a:gd name="connsiteX0" fmla="*/ 900112 w 2971799"/>
              <a:gd name="connsiteY0" fmla="*/ 899469 h 2542745"/>
              <a:gd name="connsiteX1" fmla="*/ 1056631 w 2971799"/>
              <a:gd name="connsiteY1" fmla="*/ 0 h 2542745"/>
              <a:gd name="connsiteX2" fmla="*/ 2672405 w 2971799"/>
              <a:gd name="connsiteY2" fmla="*/ 600075 h 2542745"/>
              <a:gd name="connsiteX3" fmla="*/ 2971799 w 2971799"/>
              <a:gd name="connsiteY3" fmla="*/ 899469 h 2542745"/>
              <a:gd name="connsiteX4" fmla="*/ 2971799 w 2971799"/>
              <a:gd name="connsiteY4" fmla="*/ 2097007 h 2542745"/>
              <a:gd name="connsiteX5" fmla="*/ 2672405 w 2971799"/>
              <a:gd name="connsiteY5" fmla="*/ 2396401 h 2542745"/>
              <a:gd name="connsiteX6" fmla="*/ 1199506 w 2971799"/>
              <a:gd name="connsiteY6" fmla="*/ 2396401 h 2542745"/>
              <a:gd name="connsiteX7" fmla="*/ 0 w 2971799"/>
              <a:gd name="connsiteY7" fmla="*/ 2097007 h 2542745"/>
              <a:gd name="connsiteX8" fmla="*/ 900112 w 2971799"/>
              <a:gd name="connsiteY8" fmla="*/ 899469 h 2542745"/>
              <a:gd name="connsiteX0" fmla="*/ 900112 w 2971799"/>
              <a:gd name="connsiteY0" fmla="*/ 899469 h 2542745"/>
              <a:gd name="connsiteX1" fmla="*/ 1056631 w 2971799"/>
              <a:gd name="connsiteY1" fmla="*/ 0 h 2542745"/>
              <a:gd name="connsiteX2" fmla="*/ 2672405 w 2971799"/>
              <a:gd name="connsiteY2" fmla="*/ 600075 h 2542745"/>
              <a:gd name="connsiteX3" fmla="*/ 2971799 w 2971799"/>
              <a:gd name="connsiteY3" fmla="*/ 899469 h 2542745"/>
              <a:gd name="connsiteX4" fmla="*/ 2971799 w 2971799"/>
              <a:gd name="connsiteY4" fmla="*/ 2097007 h 2542745"/>
              <a:gd name="connsiteX5" fmla="*/ 2672405 w 2971799"/>
              <a:gd name="connsiteY5" fmla="*/ 2396401 h 2542745"/>
              <a:gd name="connsiteX6" fmla="*/ 1199506 w 2971799"/>
              <a:gd name="connsiteY6" fmla="*/ 2396401 h 2542745"/>
              <a:gd name="connsiteX7" fmla="*/ 0 w 2971799"/>
              <a:gd name="connsiteY7" fmla="*/ 2097007 h 2542745"/>
              <a:gd name="connsiteX8" fmla="*/ 900112 w 2971799"/>
              <a:gd name="connsiteY8" fmla="*/ 899469 h 2542745"/>
              <a:gd name="connsiteX0" fmla="*/ 900112 w 2971799"/>
              <a:gd name="connsiteY0" fmla="*/ 899469 h 3325089"/>
              <a:gd name="connsiteX1" fmla="*/ 1056631 w 2971799"/>
              <a:gd name="connsiteY1" fmla="*/ 0 h 3325089"/>
              <a:gd name="connsiteX2" fmla="*/ 2672405 w 2971799"/>
              <a:gd name="connsiteY2" fmla="*/ 600075 h 3325089"/>
              <a:gd name="connsiteX3" fmla="*/ 2971799 w 2971799"/>
              <a:gd name="connsiteY3" fmla="*/ 899469 h 3325089"/>
              <a:gd name="connsiteX4" fmla="*/ 2971799 w 2971799"/>
              <a:gd name="connsiteY4" fmla="*/ 2097007 h 3325089"/>
              <a:gd name="connsiteX5" fmla="*/ 2686693 w 2971799"/>
              <a:gd name="connsiteY5" fmla="*/ 3325089 h 3325089"/>
              <a:gd name="connsiteX6" fmla="*/ 1199506 w 2971799"/>
              <a:gd name="connsiteY6" fmla="*/ 2396401 h 3325089"/>
              <a:gd name="connsiteX7" fmla="*/ 0 w 2971799"/>
              <a:gd name="connsiteY7" fmla="*/ 2097007 h 3325089"/>
              <a:gd name="connsiteX8" fmla="*/ 900112 w 2971799"/>
              <a:gd name="connsiteY8" fmla="*/ 899469 h 3325089"/>
              <a:gd name="connsiteX0" fmla="*/ 900112 w 3079994"/>
              <a:gd name="connsiteY0" fmla="*/ 899469 h 3325089"/>
              <a:gd name="connsiteX1" fmla="*/ 1056631 w 3079994"/>
              <a:gd name="connsiteY1" fmla="*/ 0 h 3325089"/>
              <a:gd name="connsiteX2" fmla="*/ 2672405 w 3079994"/>
              <a:gd name="connsiteY2" fmla="*/ 600075 h 3325089"/>
              <a:gd name="connsiteX3" fmla="*/ 2971799 w 3079994"/>
              <a:gd name="connsiteY3" fmla="*/ 899469 h 3325089"/>
              <a:gd name="connsiteX4" fmla="*/ 2971799 w 3079994"/>
              <a:gd name="connsiteY4" fmla="*/ 2097007 h 3325089"/>
              <a:gd name="connsiteX5" fmla="*/ 2686693 w 3079994"/>
              <a:gd name="connsiteY5" fmla="*/ 3325089 h 3325089"/>
              <a:gd name="connsiteX6" fmla="*/ 1199506 w 3079994"/>
              <a:gd name="connsiteY6" fmla="*/ 2396401 h 3325089"/>
              <a:gd name="connsiteX7" fmla="*/ 0 w 3079994"/>
              <a:gd name="connsiteY7" fmla="*/ 2097007 h 3325089"/>
              <a:gd name="connsiteX8" fmla="*/ 900112 w 3079994"/>
              <a:gd name="connsiteY8" fmla="*/ 899469 h 3325089"/>
              <a:gd name="connsiteX0" fmla="*/ 900112 w 3257549"/>
              <a:gd name="connsiteY0" fmla="*/ 899469 h 3325089"/>
              <a:gd name="connsiteX1" fmla="*/ 1056631 w 3257549"/>
              <a:gd name="connsiteY1" fmla="*/ 0 h 3325089"/>
              <a:gd name="connsiteX2" fmla="*/ 2672405 w 3257549"/>
              <a:gd name="connsiteY2" fmla="*/ 600075 h 3325089"/>
              <a:gd name="connsiteX3" fmla="*/ 3257549 w 3257549"/>
              <a:gd name="connsiteY3" fmla="*/ 1413819 h 3325089"/>
              <a:gd name="connsiteX4" fmla="*/ 2971799 w 3257549"/>
              <a:gd name="connsiteY4" fmla="*/ 2097007 h 3325089"/>
              <a:gd name="connsiteX5" fmla="*/ 2686693 w 3257549"/>
              <a:gd name="connsiteY5" fmla="*/ 3325089 h 3325089"/>
              <a:gd name="connsiteX6" fmla="*/ 1199506 w 3257549"/>
              <a:gd name="connsiteY6" fmla="*/ 2396401 h 3325089"/>
              <a:gd name="connsiteX7" fmla="*/ 0 w 3257549"/>
              <a:gd name="connsiteY7" fmla="*/ 2097007 h 3325089"/>
              <a:gd name="connsiteX8" fmla="*/ 900112 w 3257549"/>
              <a:gd name="connsiteY8" fmla="*/ 899469 h 3325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7549" h="3325089">
                <a:moveTo>
                  <a:pt x="900112" y="899469"/>
                </a:moveTo>
                <a:cubicBezTo>
                  <a:pt x="900112" y="734118"/>
                  <a:pt x="891280" y="0"/>
                  <a:pt x="1056631" y="0"/>
                </a:cubicBezTo>
                <a:cubicBezTo>
                  <a:pt x="1547597" y="0"/>
                  <a:pt x="2181439" y="600075"/>
                  <a:pt x="2672405" y="600075"/>
                </a:cubicBezTo>
                <a:cubicBezTo>
                  <a:pt x="2837756" y="600075"/>
                  <a:pt x="3257549" y="1248468"/>
                  <a:pt x="3257549" y="1413819"/>
                </a:cubicBezTo>
                <a:lnTo>
                  <a:pt x="2971799" y="2097007"/>
                </a:lnTo>
                <a:cubicBezTo>
                  <a:pt x="2971799" y="2262358"/>
                  <a:pt x="3352106" y="2925039"/>
                  <a:pt x="2686693" y="3325089"/>
                </a:cubicBezTo>
                <a:lnTo>
                  <a:pt x="1199506" y="2396401"/>
                </a:lnTo>
                <a:cubicBezTo>
                  <a:pt x="1034155" y="2396401"/>
                  <a:pt x="557213" y="2876721"/>
                  <a:pt x="0" y="2097007"/>
                </a:cubicBezTo>
                <a:cubicBezTo>
                  <a:pt x="171449" y="1512090"/>
                  <a:pt x="600075" y="1298648"/>
                  <a:pt x="900112" y="899469"/>
                </a:cubicBezTo>
                <a:close/>
              </a:path>
            </a:pathLst>
          </a:custGeom>
          <a:solidFill>
            <a:srgbClr val="39AECF">
              <a:alpha val="61000"/>
            </a:srgbClr>
          </a:solidFill>
          <a:ln>
            <a:noFill/>
          </a:ln>
          <a:effectLst>
            <a:softEdge rad="889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AD0A11E-39CA-494E-9922-916904306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6" y="2032177"/>
            <a:ext cx="6840206" cy="4825823"/>
          </a:xfrm>
          <a:prstGeom prst="rect">
            <a:avLst/>
          </a:prstGeom>
          <a:effectLst>
            <a:outerShdw blurRad="241300" dist="50800" dir="8040000" algn="ctr" rotWithShape="0">
              <a:srgbClr val="000000">
                <a:alpha val="34000"/>
              </a:srgbClr>
            </a:outerShdw>
            <a:reflection stA="78000" endPos="0" dist="50800" dir="5400000" sy="-100000" algn="bl" rotWithShape="0"/>
          </a:effec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3921ADD-445F-1745-B974-A1EC6CC5EB0C}"/>
              </a:ext>
            </a:extLst>
          </p:cNvPr>
          <p:cNvSpPr txBox="1"/>
          <p:nvPr/>
        </p:nvSpPr>
        <p:spPr>
          <a:xfrm>
            <a:off x="2821493" y="-5716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Введение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22BC0A0-D4E3-8247-8449-AD0336E93F78}"/>
              </a:ext>
            </a:extLst>
          </p:cNvPr>
          <p:cNvSpPr/>
          <p:nvPr/>
        </p:nvSpPr>
        <p:spPr>
          <a:xfrm>
            <a:off x="4656719" y="0"/>
            <a:ext cx="1414462" cy="14287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E855FF6-8C85-B942-97D3-27AC40F1A619}"/>
              </a:ext>
            </a:extLst>
          </p:cNvPr>
          <p:cNvSpPr/>
          <p:nvPr/>
        </p:nvSpPr>
        <p:spPr>
          <a:xfrm>
            <a:off x="6633155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350D949-09F9-BE4A-A8F8-E9CF67FA8F35}"/>
              </a:ext>
            </a:extLst>
          </p:cNvPr>
          <p:cNvSpPr/>
          <p:nvPr/>
        </p:nvSpPr>
        <p:spPr>
          <a:xfrm>
            <a:off x="8609591" y="-5716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C3C76F03-4A5A-2D48-AD26-A919DC959AB3}"/>
              </a:ext>
            </a:extLst>
          </p:cNvPr>
          <p:cNvSpPr/>
          <p:nvPr/>
        </p:nvSpPr>
        <p:spPr>
          <a:xfrm>
            <a:off x="2680283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827B2C-6527-F14D-9903-C5DE1C86EE74}"/>
              </a:ext>
            </a:extLst>
          </p:cNvPr>
          <p:cNvSpPr txBox="1"/>
          <p:nvPr/>
        </p:nvSpPr>
        <p:spPr>
          <a:xfrm>
            <a:off x="1243109" y="1548706"/>
            <a:ext cx="87809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1" dirty="0">
                <a:latin typeface="Montserrat" pitchFamily="2" charset="0"/>
              </a:rPr>
              <a:t>— Почему приложение называется именно так?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1C86B7-ED3E-6A46-9D7D-D2B656C7E807}"/>
              </a:ext>
            </a:extLst>
          </p:cNvPr>
          <p:cNvSpPr txBox="1"/>
          <p:nvPr/>
        </p:nvSpPr>
        <p:spPr>
          <a:xfrm>
            <a:off x="1243109" y="2647625"/>
            <a:ext cx="37318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1" dirty="0">
                <a:latin typeface="Montserrat" pitchFamily="2" charset="0"/>
              </a:rPr>
              <a:t>— </a:t>
            </a:r>
            <a:r>
              <a:rPr lang="ru-RU" dirty="0">
                <a:latin typeface="Montserrat Medium" pitchFamily="2" charset="0"/>
              </a:rPr>
              <a:t>Константин Циолковский обожал прогулки на велосипеде. Вдохновившись этим фактом, мы захотели отразить нашу любовь к нашему городу, упомянув это в названии!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7033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8D26B6F-D36B-BB4F-9BC8-153CC493CB47}"/>
              </a:ext>
            </a:extLst>
          </p:cNvPr>
          <p:cNvSpPr/>
          <p:nvPr/>
        </p:nvSpPr>
        <p:spPr>
          <a:xfrm>
            <a:off x="0" y="7675"/>
            <a:ext cx="928686" cy="6858000"/>
          </a:xfrm>
          <a:prstGeom prst="rect">
            <a:avLst/>
          </a:prstGeom>
          <a:solidFill>
            <a:srgbClr val="6A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525E49B-7CC9-284E-AF91-241986F79A7A}"/>
              </a:ext>
            </a:extLst>
          </p:cNvPr>
          <p:cNvCxnSpPr>
            <a:cxnSpLocks/>
          </p:cNvCxnSpPr>
          <p:nvPr/>
        </p:nvCxnSpPr>
        <p:spPr>
          <a:xfrm>
            <a:off x="576263" y="1462087"/>
            <a:ext cx="8763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EEEE0C-229A-2E4D-95CC-F6A8742ACF96}"/>
              </a:ext>
            </a:extLst>
          </p:cNvPr>
          <p:cNvSpPr txBox="1"/>
          <p:nvPr/>
        </p:nvSpPr>
        <p:spPr>
          <a:xfrm>
            <a:off x="1384881" y="1513562"/>
            <a:ext cx="4005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1" dirty="0" smtClean="0">
                <a:latin typeface="Montserrat" pitchFamily="2" charset="0"/>
              </a:rPr>
              <a:t>Задачи разработка:</a:t>
            </a:r>
            <a:endParaRPr lang="ru-RU" sz="3200" b="1" i="1" dirty="0">
              <a:latin typeface="Montserrat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723D0D-5F63-BD49-A6CE-4EBE4F79232F}"/>
              </a:ext>
            </a:extLst>
          </p:cNvPr>
          <p:cNvSpPr txBox="1"/>
          <p:nvPr/>
        </p:nvSpPr>
        <p:spPr>
          <a:xfrm>
            <a:off x="1242922" y="2910585"/>
            <a:ext cx="60936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smtClean="0">
                <a:latin typeface="Montserrat Medium" pitchFamily="2" charset="0"/>
              </a:rPr>
              <a:t>Создание собственной базы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smtClean="0">
                <a:latin typeface="Montserrat Medium" pitchFamily="2" charset="0"/>
              </a:rPr>
              <a:t>Графический интерфейс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smtClean="0">
                <a:latin typeface="Montserrat Medium" pitchFamily="2" charset="0"/>
              </a:rPr>
              <a:t>Получение маршрутов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smtClean="0">
                <a:latin typeface="Montserrat Medium" pitchFamily="2" charset="0"/>
              </a:rPr>
              <a:t>Отображение информации о маршрутах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smtClean="0">
                <a:latin typeface="Montserrat Medium" pitchFamily="2" charset="0"/>
              </a:rPr>
              <a:t>Вывод и работа с фото маршрута</a:t>
            </a:r>
          </a:p>
        </p:txBody>
      </p:sp>
      <p:sp>
        <p:nvSpPr>
          <p:cNvPr id="23" name="Скругленный прямоугольник 16">
            <a:extLst>
              <a:ext uri="{FF2B5EF4-FFF2-40B4-BE49-F238E27FC236}">
                <a16:creationId xmlns:a16="http://schemas.microsoft.com/office/drawing/2014/main" id="{BC8ABB9C-79BC-AE45-AF5D-AE5CDCE444AE}"/>
              </a:ext>
            </a:extLst>
          </p:cNvPr>
          <p:cNvSpPr/>
          <p:nvPr/>
        </p:nvSpPr>
        <p:spPr>
          <a:xfrm rot="3897257">
            <a:off x="7893090" y="2891444"/>
            <a:ext cx="4926011" cy="5681385"/>
          </a:xfrm>
          <a:custGeom>
            <a:avLst/>
            <a:gdLst>
              <a:gd name="connsiteX0" fmla="*/ 0 w 685800"/>
              <a:gd name="connsiteY0" fmla="*/ 114302 h 1923411"/>
              <a:gd name="connsiteX1" fmla="*/ 114302 w 685800"/>
              <a:gd name="connsiteY1" fmla="*/ 0 h 1923411"/>
              <a:gd name="connsiteX2" fmla="*/ 571498 w 685800"/>
              <a:gd name="connsiteY2" fmla="*/ 0 h 1923411"/>
              <a:gd name="connsiteX3" fmla="*/ 685800 w 685800"/>
              <a:gd name="connsiteY3" fmla="*/ 114302 h 1923411"/>
              <a:gd name="connsiteX4" fmla="*/ 685800 w 685800"/>
              <a:gd name="connsiteY4" fmla="*/ 1809109 h 1923411"/>
              <a:gd name="connsiteX5" fmla="*/ 571498 w 685800"/>
              <a:gd name="connsiteY5" fmla="*/ 1923411 h 1923411"/>
              <a:gd name="connsiteX6" fmla="*/ 114302 w 685800"/>
              <a:gd name="connsiteY6" fmla="*/ 1923411 h 1923411"/>
              <a:gd name="connsiteX7" fmla="*/ 0 w 685800"/>
              <a:gd name="connsiteY7" fmla="*/ 1809109 h 1923411"/>
              <a:gd name="connsiteX8" fmla="*/ 0 w 685800"/>
              <a:gd name="connsiteY8" fmla="*/ 114302 h 1923411"/>
              <a:gd name="connsiteX0" fmla="*/ 0 w 685800"/>
              <a:gd name="connsiteY0" fmla="*/ 1085852 h 2894961"/>
              <a:gd name="connsiteX1" fmla="*/ 385765 w 685800"/>
              <a:gd name="connsiteY1" fmla="*/ 0 h 2894961"/>
              <a:gd name="connsiteX2" fmla="*/ 571498 w 685800"/>
              <a:gd name="connsiteY2" fmla="*/ 971550 h 2894961"/>
              <a:gd name="connsiteX3" fmla="*/ 685800 w 685800"/>
              <a:gd name="connsiteY3" fmla="*/ 1085852 h 2894961"/>
              <a:gd name="connsiteX4" fmla="*/ 685800 w 685800"/>
              <a:gd name="connsiteY4" fmla="*/ 2780659 h 2894961"/>
              <a:gd name="connsiteX5" fmla="*/ 571498 w 685800"/>
              <a:gd name="connsiteY5" fmla="*/ 2894961 h 2894961"/>
              <a:gd name="connsiteX6" fmla="*/ 114302 w 685800"/>
              <a:gd name="connsiteY6" fmla="*/ 2894961 h 2894961"/>
              <a:gd name="connsiteX7" fmla="*/ 0 w 685800"/>
              <a:gd name="connsiteY7" fmla="*/ 2780659 h 2894961"/>
              <a:gd name="connsiteX8" fmla="*/ 0 w 685800"/>
              <a:gd name="connsiteY8" fmla="*/ 1085852 h 2894961"/>
              <a:gd name="connsiteX0" fmla="*/ 957262 w 1643062"/>
              <a:gd name="connsiteY0" fmla="*/ 1085852 h 2894961"/>
              <a:gd name="connsiteX1" fmla="*/ 1343027 w 1643062"/>
              <a:gd name="connsiteY1" fmla="*/ 0 h 2894961"/>
              <a:gd name="connsiteX2" fmla="*/ 1528760 w 1643062"/>
              <a:gd name="connsiteY2" fmla="*/ 971550 h 2894961"/>
              <a:gd name="connsiteX3" fmla="*/ 1643062 w 1643062"/>
              <a:gd name="connsiteY3" fmla="*/ 1085852 h 2894961"/>
              <a:gd name="connsiteX4" fmla="*/ 1643062 w 1643062"/>
              <a:gd name="connsiteY4" fmla="*/ 2780659 h 2894961"/>
              <a:gd name="connsiteX5" fmla="*/ 1528760 w 1643062"/>
              <a:gd name="connsiteY5" fmla="*/ 2894961 h 2894961"/>
              <a:gd name="connsiteX6" fmla="*/ 1071564 w 1643062"/>
              <a:gd name="connsiteY6" fmla="*/ 2894961 h 2894961"/>
              <a:gd name="connsiteX7" fmla="*/ 0 w 1643062"/>
              <a:gd name="connsiteY7" fmla="*/ 2794947 h 2894961"/>
              <a:gd name="connsiteX8" fmla="*/ 957262 w 1643062"/>
              <a:gd name="connsiteY8" fmla="*/ 1085852 h 2894961"/>
              <a:gd name="connsiteX0" fmla="*/ 485774 w 1171574"/>
              <a:gd name="connsiteY0" fmla="*/ 1085852 h 3385789"/>
              <a:gd name="connsiteX1" fmla="*/ 871539 w 1171574"/>
              <a:gd name="connsiteY1" fmla="*/ 0 h 3385789"/>
              <a:gd name="connsiteX2" fmla="*/ 1057272 w 1171574"/>
              <a:gd name="connsiteY2" fmla="*/ 971550 h 3385789"/>
              <a:gd name="connsiteX3" fmla="*/ 1171574 w 1171574"/>
              <a:gd name="connsiteY3" fmla="*/ 1085852 h 3385789"/>
              <a:gd name="connsiteX4" fmla="*/ 1171574 w 1171574"/>
              <a:gd name="connsiteY4" fmla="*/ 2780659 h 3385789"/>
              <a:gd name="connsiteX5" fmla="*/ 1057272 w 1171574"/>
              <a:gd name="connsiteY5" fmla="*/ 2894961 h 3385789"/>
              <a:gd name="connsiteX6" fmla="*/ 600076 w 1171574"/>
              <a:gd name="connsiteY6" fmla="*/ 2894961 h 3385789"/>
              <a:gd name="connsiteX7" fmla="*/ 0 w 1171574"/>
              <a:gd name="connsiteY7" fmla="*/ 3380734 h 3385789"/>
              <a:gd name="connsiteX8" fmla="*/ 485774 w 1171574"/>
              <a:gd name="connsiteY8" fmla="*/ 1085852 h 3385789"/>
              <a:gd name="connsiteX0" fmla="*/ 485774 w 1171574"/>
              <a:gd name="connsiteY0" fmla="*/ 1085852 h 3441458"/>
              <a:gd name="connsiteX1" fmla="*/ 871539 w 1171574"/>
              <a:gd name="connsiteY1" fmla="*/ 0 h 3441458"/>
              <a:gd name="connsiteX2" fmla="*/ 1057272 w 1171574"/>
              <a:gd name="connsiteY2" fmla="*/ 971550 h 3441458"/>
              <a:gd name="connsiteX3" fmla="*/ 1171574 w 1171574"/>
              <a:gd name="connsiteY3" fmla="*/ 1085852 h 3441458"/>
              <a:gd name="connsiteX4" fmla="*/ 1171574 w 1171574"/>
              <a:gd name="connsiteY4" fmla="*/ 2780659 h 3441458"/>
              <a:gd name="connsiteX5" fmla="*/ 1057272 w 1171574"/>
              <a:gd name="connsiteY5" fmla="*/ 2894961 h 3441458"/>
              <a:gd name="connsiteX6" fmla="*/ 600076 w 1171574"/>
              <a:gd name="connsiteY6" fmla="*/ 2894961 h 3441458"/>
              <a:gd name="connsiteX7" fmla="*/ 0 w 1171574"/>
              <a:gd name="connsiteY7" fmla="*/ 3380734 h 3441458"/>
              <a:gd name="connsiteX8" fmla="*/ 485774 w 1171574"/>
              <a:gd name="connsiteY8" fmla="*/ 1085852 h 3441458"/>
              <a:gd name="connsiteX0" fmla="*/ 485774 w 2114549"/>
              <a:gd name="connsiteY0" fmla="*/ 1085852 h 3441458"/>
              <a:gd name="connsiteX1" fmla="*/ 871539 w 2114549"/>
              <a:gd name="connsiteY1" fmla="*/ 0 h 3441458"/>
              <a:gd name="connsiteX2" fmla="*/ 1057272 w 2114549"/>
              <a:gd name="connsiteY2" fmla="*/ 971550 h 3441458"/>
              <a:gd name="connsiteX3" fmla="*/ 1171574 w 2114549"/>
              <a:gd name="connsiteY3" fmla="*/ 1085852 h 3441458"/>
              <a:gd name="connsiteX4" fmla="*/ 2114549 w 2114549"/>
              <a:gd name="connsiteY4" fmla="*/ 2223446 h 3441458"/>
              <a:gd name="connsiteX5" fmla="*/ 1057272 w 2114549"/>
              <a:gd name="connsiteY5" fmla="*/ 2894961 h 3441458"/>
              <a:gd name="connsiteX6" fmla="*/ 600076 w 2114549"/>
              <a:gd name="connsiteY6" fmla="*/ 2894961 h 3441458"/>
              <a:gd name="connsiteX7" fmla="*/ 0 w 2114549"/>
              <a:gd name="connsiteY7" fmla="*/ 3380734 h 3441458"/>
              <a:gd name="connsiteX8" fmla="*/ 485774 w 2114549"/>
              <a:gd name="connsiteY8" fmla="*/ 1085852 h 3441458"/>
              <a:gd name="connsiteX0" fmla="*/ 0 w 2543175"/>
              <a:gd name="connsiteY0" fmla="*/ 1500190 h 3441458"/>
              <a:gd name="connsiteX1" fmla="*/ 1300165 w 2543175"/>
              <a:gd name="connsiteY1" fmla="*/ 0 h 3441458"/>
              <a:gd name="connsiteX2" fmla="*/ 1485898 w 2543175"/>
              <a:gd name="connsiteY2" fmla="*/ 971550 h 3441458"/>
              <a:gd name="connsiteX3" fmla="*/ 1600200 w 2543175"/>
              <a:gd name="connsiteY3" fmla="*/ 1085852 h 3441458"/>
              <a:gd name="connsiteX4" fmla="*/ 2543175 w 2543175"/>
              <a:gd name="connsiteY4" fmla="*/ 2223446 h 3441458"/>
              <a:gd name="connsiteX5" fmla="*/ 1485898 w 2543175"/>
              <a:gd name="connsiteY5" fmla="*/ 2894961 h 3441458"/>
              <a:gd name="connsiteX6" fmla="*/ 1028702 w 2543175"/>
              <a:gd name="connsiteY6" fmla="*/ 2894961 h 3441458"/>
              <a:gd name="connsiteX7" fmla="*/ 428626 w 2543175"/>
              <a:gd name="connsiteY7" fmla="*/ 3380734 h 3441458"/>
              <a:gd name="connsiteX8" fmla="*/ 0 w 2543175"/>
              <a:gd name="connsiteY8" fmla="*/ 1500190 h 3441458"/>
              <a:gd name="connsiteX0" fmla="*/ 0 w 2543175"/>
              <a:gd name="connsiteY0" fmla="*/ 1500190 h 3570015"/>
              <a:gd name="connsiteX1" fmla="*/ 1300165 w 2543175"/>
              <a:gd name="connsiteY1" fmla="*/ 0 h 3570015"/>
              <a:gd name="connsiteX2" fmla="*/ 1485898 w 2543175"/>
              <a:gd name="connsiteY2" fmla="*/ 971550 h 3570015"/>
              <a:gd name="connsiteX3" fmla="*/ 1600200 w 2543175"/>
              <a:gd name="connsiteY3" fmla="*/ 1085852 h 3570015"/>
              <a:gd name="connsiteX4" fmla="*/ 2543175 w 2543175"/>
              <a:gd name="connsiteY4" fmla="*/ 2223446 h 3570015"/>
              <a:gd name="connsiteX5" fmla="*/ 1485898 w 2543175"/>
              <a:gd name="connsiteY5" fmla="*/ 2894961 h 3570015"/>
              <a:gd name="connsiteX6" fmla="*/ 1409456 w 2543175"/>
              <a:gd name="connsiteY6" fmla="*/ 3548730 h 3570015"/>
              <a:gd name="connsiteX7" fmla="*/ 428626 w 2543175"/>
              <a:gd name="connsiteY7" fmla="*/ 3380734 h 3570015"/>
              <a:gd name="connsiteX8" fmla="*/ 0 w 2543175"/>
              <a:gd name="connsiteY8" fmla="*/ 1500190 h 3570015"/>
              <a:gd name="connsiteX0" fmla="*/ 0 w 1714360"/>
              <a:gd name="connsiteY0" fmla="*/ 1500190 h 3570015"/>
              <a:gd name="connsiteX1" fmla="*/ 1300165 w 1714360"/>
              <a:gd name="connsiteY1" fmla="*/ 0 h 3570015"/>
              <a:gd name="connsiteX2" fmla="*/ 1485898 w 1714360"/>
              <a:gd name="connsiteY2" fmla="*/ 971550 h 3570015"/>
              <a:gd name="connsiteX3" fmla="*/ 1600200 w 1714360"/>
              <a:gd name="connsiteY3" fmla="*/ 1085852 h 3570015"/>
              <a:gd name="connsiteX4" fmla="*/ 1714360 w 1714360"/>
              <a:gd name="connsiteY4" fmla="*/ 1903690 h 3570015"/>
              <a:gd name="connsiteX5" fmla="*/ 1485898 w 1714360"/>
              <a:gd name="connsiteY5" fmla="*/ 2894961 h 3570015"/>
              <a:gd name="connsiteX6" fmla="*/ 1409456 w 1714360"/>
              <a:gd name="connsiteY6" fmla="*/ 3548730 h 3570015"/>
              <a:gd name="connsiteX7" fmla="*/ 428626 w 1714360"/>
              <a:gd name="connsiteY7" fmla="*/ 3380734 h 3570015"/>
              <a:gd name="connsiteX8" fmla="*/ 0 w 1714360"/>
              <a:gd name="connsiteY8" fmla="*/ 1500190 h 357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4360" h="3570015">
                <a:moveTo>
                  <a:pt x="0" y="1500190"/>
                </a:moveTo>
                <a:cubicBezTo>
                  <a:pt x="0" y="1437063"/>
                  <a:pt x="1237038" y="0"/>
                  <a:pt x="1300165" y="0"/>
                </a:cubicBezTo>
                <a:cubicBezTo>
                  <a:pt x="1452564" y="0"/>
                  <a:pt x="1333499" y="971550"/>
                  <a:pt x="1485898" y="971550"/>
                </a:cubicBezTo>
                <a:cubicBezTo>
                  <a:pt x="1549025" y="971550"/>
                  <a:pt x="1600200" y="1022725"/>
                  <a:pt x="1600200" y="1085852"/>
                </a:cubicBezTo>
                <a:lnTo>
                  <a:pt x="1714360" y="1903690"/>
                </a:lnTo>
                <a:cubicBezTo>
                  <a:pt x="1714360" y="1966817"/>
                  <a:pt x="1549025" y="2894961"/>
                  <a:pt x="1485898" y="2894961"/>
                </a:cubicBezTo>
                <a:lnTo>
                  <a:pt x="1409456" y="3548730"/>
                </a:lnTo>
                <a:cubicBezTo>
                  <a:pt x="1346329" y="3548730"/>
                  <a:pt x="1414464" y="3658173"/>
                  <a:pt x="428626" y="3380734"/>
                </a:cubicBezTo>
                <a:lnTo>
                  <a:pt x="0" y="1500190"/>
                </a:lnTo>
                <a:close/>
              </a:path>
            </a:pathLst>
          </a:custGeom>
          <a:solidFill>
            <a:srgbClr val="6A48D7">
              <a:alpha val="65000"/>
            </a:srgbClr>
          </a:solidFill>
          <a:ln>
            <a:noFill/>
          </a:ln>
          <a:effectLst>
            <a:softEdge rad="736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2AF8DC-4E8B-EA41-B5B6-CD0357895405}"/>
              </a:ext>
            </a:extLst>
          </p:cNvPr>
          <p:cNvSpPr txBox="1"/>
          <p:nvPr/>
        </p:nvSpPr>
        <p:spPr>
          <a:xfrm>
            <a:off x="4868542" y="12555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История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AAEFA-DF03-0D4E-8E31-2CC79DA8BE95}"/>
              </a:ext>
            </a:extLst>
          </p:cNvPr>
          <p:cNvSpPr txBox="1"/>
          <p:nvPr/>
        </p:nvSpPr>
        <p:spPr>
          <a:xfrm>
            <a:off x="6780939" y="99234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 Medium" pitchFamily="2" charset="0"/>
              </a:rPr>
              <a:t>Создание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F89CAE-63B9-2C49-B0B1-2D4A859B8ACD}"/>
              </a:ext>
            </a:extLst>
          </p:cNvPr>
          <p:cNvSpPr txBox="1"/>
          <p:nvPr/>
        </p:nvSpPr>
        <p:spPr>
          <a:xfrm>
            <a:off x="8633782" y="767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Заключение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0AF365-09B1-9444-AC63-6AFBC57A41B6}"/>
              </a:ext>
            </a:extLst>
          </p:cNvPr>
          <p:cNvSpPr txBox="1"/>
          <p:nvPr/>
        </p:nvSpPr>
        <p:spPr>
          <a:xfrm>
            <a:off x="2821493" y="-5716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Введение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4C93CDD-9829-AB42-BD6B-0D95F6D58F5A}"/>
              </a:ext>
            </a:extLst>
          </p:cNvPr>
          <p:cNvSpPr/>
          <p:nvPr/>
        </p:nvSpPr>
        <p:spPr>
          <a:xfrm>
            <a:off x="4656719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21A8CA8-B24F-6E44-BB1C-B69BCBB6D315}"/>
              </a:ext>
            </a:extLst>
          </p:cNvPr>
          <p:cNvSpPr/>
          <p:nvPr/>
        </p:nvSpPr>
        <p:spPr>
          <a:xfrm>
            <a:off x="6633155" y="0"/>
            <a:ext cx="1414462" cy="14286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DD5D3EC-710B-214A-B107-CA84DE820C83}"/>
              </a:ext>
            </a:extLst>
          </p:cNvPr>
          <p:cNvSpPr/>
          <p:nvPr/>
        </p:nvSpPr>
        <p:spPr>
          <a:xfrm>
            <a:off x="8609591" y="-5716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CC0D4E2-5FB3-7F4F-943E-506F9D791855}"/>
              </a:ext>
            </a:extLst>
          </p:cNvPr>
          <p:cNvSpPr/>
          <p:nvPr/>
        </p:nvSpPr>
        <p:spPr>
          <a:xfrm>
            <a:off x="2680283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762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8D26B6F-D36B-BB4F-9BC8-153CC493CB47}"/>
              </a:ext>
            </a:extLst>
          </p:cNvPr>
          <p:cNvSpPr/>
          <p:nvPr/>
        </p:nvSpPr>
        <p:spPr>
          <a:xfrm>
            <a:off x="0" y="7675"/>
            <a:ext cx="928686" cy="6858000"/>
          </a:xfrm>
          <a:prstGeom prst="rect">
            <a:avLst/>
          </a:prstGeom>
          <a:solidFill>
            <a:srgbClr val="6A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525E49B-7CC9-284E-AF91-241986F79A7A}"/>
              </a:ext>
            </a:extLst>
          </p:cNvPr>
          <p:cNvCxnSpPr>
            <a:cxnSpLocks/>
          </p:cNvCxnSpPr>
          <p:nvPr/>
        </p:nvCxnSpPr>
        <p:spPr>
          <a:xfrm>
            <a:off x="576263" y="1462087"/>
            <a:ext cx="8763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EEEE0C-229A-2E4D-95CC-F6A8742ACF96}"/>
              </a:ext>
            </a:extLst>
          </p:cNvPr>
          <p:cNvSpPr txBox="1"/>
          <p:nvPr/>
        </p:nvSpPr>
        <p:spPr>
          <a:xfrm>
            <a:off x="1247774" y="1534418"/>
            <a:ext cx="4005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1" dirty="0">
                <a:latin typeface="Montserrat" pitchFamily="2" charset="0"/>
              </a:rPr>
              <a:t>ИНСТРУМЕНТЫ: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723D0D-5F63-BD49-A6CE-4EBE4F79232F}"/>
              </a:ext>
            </a:extLst>
          </p:cNvPr>
          <p:cNvSpPr txBox="1"/>
          <p:nvPr/>
        </p:nvSpPr>
        <p:spPr>
          <a:xfrm>
            <a:off x="1246768" y="2225814"/>
            <a:ext cx="6093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u="sng" dirty="0" err="1">
                <a:latin typeface="Montserrat Medium" pitchFamily="2" charset="0"/>
              </a:rPr>
              <a:t>Pycharm</a:t>
            </a:r>
            <a:r>
              <a:rPr lang="en" u="sng" dirty="0">
                <a:latin typeface="Montserrat Medium" pitchFamily="2" charset="0"/>
              </a:rPr>
              <a:t> </a:t>
            </a:r>
            <a:r>
              <a:rPr lang="ru-RU" dirty="0">
                <a:latin typeface="Montserrat Medium" pitchFamily="2" charset="0"/>
              </a:rPr>
              <a:t>- интегрированная среда разработки на языке </a:t>
            </a:r>
            <a:r>
              <a:rPr lang="en" dirty="0">
                <a:latin typeface="Montserrat Medium" pitchFamily="2" charset="0"/>
              </a:rPr>
              <a:t>Python.</a:t>
            </a:r>
            <a:endParaRPr lang="ru-RU" dirty="0">
              <a:latin typeface="Montserrat Medium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u="sng" dirty="0" err="1">
                <a:latin typeface="Montserrat Medium" pitchFamily="2" charset="0"/>
              </a:rPr>
              <a:t>SQLiteStudio</a:t>
            </a:r>
            <a:r>
              <a:rPr lang="en" u="sng" dirty="0">
                <a:latin typeface="Montserrat Medium" pitchFamily="2" charset="0"/>
              </a:rPr>
              <a:t> – </a:t>
            </a:r>
            <a:r>
              <a:rPr lang="ru-RU" u="sng" dirty="0">
                <a:latin typeface="Montserrat Medium" pitchFamily="2" charset="0"/>
              </a:rPr>
              <a:t>СУБД </a:t>
            </a:r>
            <a:r>
              <a:rPr lang="ru-RU" dirty="0">
                <a:latin typeface="Montserrat Medium" pitchFamily="2" charset="0"/>
              </a:rPr>
              <a:t>- для хранения и использования маршрутов мы создали базу данных.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u="sng" dirty="0" smtClean="0">
                <a:latin typeface="Montserrat Medium" pitchFamily="2" charset="0"/>
              </a:rPr>
              <a:t>API </a:t>
            </a:r>
            <a:r>
              <a:rPr lang="ru-RU" u="sng" dirty="0">
                <a:latin typeface="Montserrat Medium" pitchFamily="2" charset="0"/>
              </a:rPr>
              <a:t>Яндекс Карт </a:t>
            </a:r>
            <a:r>
              <a:rPr lang="ru-RU" dirty="0">
                <a:latin typeface="Montserrat Medium" pitchFamily="2" charset="0"/>
              </a:rPr>
              <a:t> - для создания маршрутов и определение координат необходимых точек</a:t>
            </a:r>
            <a:r>
              <a:rPr lang="ru-RU" dirty="0" smtClean="0">
                <a:latin typeface="Montserrat Medium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 err="1" smtClean="0">
                <a:latin typeface="Montserrat Medium" pitchFamily="2" charset="0"/>
              </a:rPr>
              <a:t>QtDesigner</a:t>
            </a:r>
            <a:r>
              <a:rPr lang="en-US" dirty="0" smtClean="0">
                <a:latin typeface="Montserrat Medium" pitchFamily="2" charset="0"/>
              </a:rPr>
              <a:t> – </a:t>
            </a:r>
            <a:r>
              <a:rPr lang="ru-RU" dirty="0" smtClean="0">
                <a:latin typeface="Montserrat Medium" pitchFamily="2" charset="0"/>
              </a:rPr>
              <a:t>приложение для создания графического </a:t>
            </a:r>
            <a:r>
              <a:rPr lang="ru-RU" dirty="0" err="1" smtClean="0">
                <a:latin typeface="Montserrat Medium" pitchFamily="2" charset="0"/>
              </a:rPr>
              <a:t>интерфейсв</a:t>
            </a:r>
            <a:endParaRPr lang="ru-RU" dirty="0">
              <a:latin typeface="Montserrat Medium" pitchFamily="2" charset="0"/>
            </a:endParaRPr>
          </a:p>
        </p:txBody>
      </p:sp>
      <p:sp>
        <p:nvSpPr>
          <p:cNvPr id="23" name="Скругленный прямоугольник 16">
            <a:extLst>
              <a:ext uri="{FF2B5EF4-FFF2-40B4-BE49-F238E27FC236}">
                <a16:creationId xmlns:a16="http://schemas.microsoft.com/office/drawing/2014/main" id="{BC8ABB9C-79BC-AE45-AF5D-AE5CDCE444AE}"/>
              </a:ext>
            </a:extLst>
          </p:cNvPr>
          <p:cNvSpPr/>
          <p:nvPr/>
        </p:nvSpPr>
        <p:spPr>
          <a:xfrm rot="3897257">
            <a:off x="7893090" y="2891444"/>
            <a:ext cx="4926011" cy="5681385"/>
          </a:xfrm>
          <a:custGeom>
            <a:avLst/>
            <a:gdLst>
              <a:gd name="connsiteX0" fmla="*/ 0 w 685800"/>
              <a:gd name="connsiteY0" fmla="*/ 114302 h 1923411"/>
              <a:gd name="connsiteX1" fmla="*/ 114302 w 685800"/>
              <a:gd name="connsiteY1" fmla="*/ 0 h 1923411"/>
              <a:gd name="connsiteX2" fmla="*/ 571498 w 685800"/>
              <a:gd name="connsiteY2" fmla="*/ 0 h 1923411"/>
              <a:gd name="connsiteX3" fmla="*/ 685800 w 685800"/>
              <a:gd name="connsiteY3" fmla="*/ 114302 h 1923411"/>
              <a:gd name="connsiteX4" fmla="*/ 685800 w 685800"/>
              <a:gd name="connsiteY4" fmla="*/ 1809109 h 1923411"/>
              <a:gd name="connsiteX5" fmla="*/ 571498 w 685800"/>
              <a:gd name="connsiteY5" fmla="*/ 1923411 h 1923411"/>
              <a:gd name="connsiteX6" fmla="*/ 114302 w 685800"/>
              <a:gd name="connsiteY6" fmla="*/ 1923411 h 1923411"/>
              <a:gd name="connsiteX7" fmla="*/ 0 w 685800"/>
              <a:gd name="connsiteY7" fmla="*/ 1809109 h 1923411"/>
              <a:gd name="connsiteX8" fmla="*/ 0 w 685800"/>
              <a:gd name="connsiteY8" fmla="*/ 114302 h 1923411"/>
              <a:gd name="connsiteX0" fmla="*/ 0 w 685800"/>
              <a:gd name="connsiteY0" fmla="*/ 1085852 h 2894961"/>
              <a:gd name="connsiteX1" fmla="*/ 385765 w 685800"/>
              <a:gd name="connsiteY1" fmla="*/ 0 h 2894961"/>
              <a:gd name="connsiteX2" fmla="*/ 571498 w 685800"/>
              <a:gd name="connsiteY2" fmla="*/ 971550 h 2894961"/>
              <a:gd name="connsiteX3" fmla="*/ 685800 w 685800"/>
              <a:gd name="connsiteY3" fmla="*/ 1085852 h 2894961"/>
              <a:gd name="connsiteX4" fmla="*/ 685800 w 685800"/>
              <a:gd name="connsiteY4" fmla="*/ 2780659 h 2894961"/>
              <a:gd name="connsiteX5" fmla="*/ 571498 w 685800"/>
              <a:gd name="connsiteY5" fmla="*/ 2894961 h 2894961"/>
              <a:gd name="connsiteX6" fmla="*/ 114302 w 685800"/>
              <a:gd name="connsiteY6" fmla="*/ 2894961 h 2894961"/>
              <a:gd name="connsiteX7" fmla="*/ 0 w 685800"/>
              <a:gd name="connsiteY7" fmla="*/ 2780659 h 2894961"/>
              <a:gd name="connsiteX8" fmla="*/ 0 w 685800"/>
              <a:gd name="connsiteY8" fmla="*/ 1085852 h 2894961"/>
              <a:gd name="connsiteX0" fmla="*/ 957262 w 1643062"/>
              <a:gd name="connsiteY0" fmla="*/ 1085852 h 2894961"/>
              <a:gd name="connsiteX1" fmla="*/ 1343027 w 1643062"/>
              <a:gd name="connsiteY1" fmla="*/ 0 h 2894961"/>
              <a:gd name="connsiteX2" fmla="*/ 1528760 w 1643062"/>
              <a:gd name="connsiteY2" fmla="*/ 971550 h 2894961"/>
              <a:gd name="connsiteX3" fmla="*/ 1643062 w 1643062"/>
              <a:gd name="connsiteY3" fmla="*/ 1085852 h 2894961"/>
              <a:gd name="connsiteX4" fmla="*/ 1643062 w 1643062"/>
              <a:gd name="connsiteY4" fmla="*/ 2780659 h 2894961"/>
              <a:gd name="connsiteX5" fmla="*/ 1528760 w 1643062"/>
              <a:gd name="connsiteY5" fmla="*/ 2894961 h 2894961"/>
              <a:gd name="connsiteX6" fmla="*/ 1071564 w 1643062"/>
              <a:gd name="connsiteY6" fmla="*/ 2894961 h 2894961"/>
              <a:gd name="connsiteX7" fmla="*/ 0 w 1643062"/>
              <a:gd name="connsiteY7" fmla="*/ 2794947 h 2894961"/>
              <a:gd name="connsiteX8" fmla="*/ 957262 w 1643062"/>
              <a:gd name="connsiteY8" fmla="*/ 1085852 h 2894961"/>
              <a:gd name="connsiteX0" fmla="*/ 485774 w 1171574"/>
              <a:gd name="connsiteY0" fmla="*/ 1085852 h 3385789"/>
              <a:gd name="connsiteX1" fmla="*/ 871539 w 1171574"/>
              <a:gd name="connsiteY1" fmla="*/ 0 h 3385789"/>
              <a:gd name="connsiteX2" fmla="*/ 1057272 w 1171574"/>
              <a:gd name="connsiteY2" fmla="*/ 971550 h 3385789"/>
              <a:gd name="connsiteX3" fmla="*/ 1171574 w 1171574"/>
              <a:gd name="connsiteY3" fmla="*/ 1085852 h 3385789"/>
              <a:gd name="connsiteX4" fmla="*/ 1171574 w 1171574"/>
              <a:gd name="connsiteY4" fmla="*/ 2780659 h 3385789"/>
              <a:gd name="connsiteX5" fmla="*/ 1057272 w 1171574"/>
              <a:gd name="connsiteY5" fmla="*/ 2894961 h 3385789"/>
              <a:gd name="connsiteX6" fmla="*/ 600076 w 1171574"/>
              <a:gd name="connsiteY6" fmla="*/ 2894961 h 3385789"/>
              <a:gd name="connsiteX7" fmla="*/ 0 w 1171574"/>
              <a:gd name="connsiteY7" fmla="*/ 3380734 h 3385789"/>
              <a:gd name="connsiteX8" fmla="*/ 485774 w 1171574"/>
              <a:gd name="connsiteY8" fmla="*/ 1085852 h 3385789"/>
              <a:gd name="connsiteX0" fmla="*/ 485774 w 1171574"/>
              <a:gd name="connsiteY0" fmla="*/ 1085852 h 3441458"/>
              <a:gd name="connsiteX1" fmla="*/ 871539 w 1171574"/>
              <a:gd name="connsiteY1" fmla="*/ 0 h 3441458"/>
              <a:gd name="connsiteX2" fmla="*/ 1057272 w 1171574"/>
              <a:gd name="connsiteY2" fmla="*/ 971550 h 3441458"/>
              <a:gd name="connsiteX3" fmla="*/ 1171574 w 1171574"/>
              <a:gd name="connsiteY3" fmla="*/ 1085852 h 3441458"/>
              <a:gd name="connsiteX4" fmla="*/ 1171574 w 1171574"/>
              <a:gd name="connsiteY4" fmla="*/ 2780659 h 3441458"/>
              <a:gd name="connsiteX5" fmla="*/ 1057272 w 1171574"/>
              <a:gd name="connsiteY5" fmla="*/ 2894961 h 3441458"/>
              <a:gd name="connsiteX6" fmla="*/ 600076 w 1171574"/>
              <a:gd name="connsiteY6" fmla="*/ 2894961 h 3441458"/>
              <a:gd name="connsiteX7" fmla="*/ 0 w 1171574"/>
              <a:gd name="connsiteY7" fmla="*/ 3380734 h 3441458"/>
              <a:gd name="connsiteX8" fmla="*/ 485774 w 1171574"/>
              <a:gd name="connsiteY8" fmla="*/ 1085852 h 3441458"/>
              <a:gd name="connsiteX0" fmla="*/ 485774 w 2114549"/>
              <a:gd name="connsiteY0" fmla="*/ 1085852 h 3441458"/>
              <a:gd name="connsiteX1" fmla="*/ 871539 w 2114549"/>
              <a:gd name="connsiteY1" fmla="*/ 0 h 3441458"/>
              <a:gd name="connsiteX2" fmla="*/ 1057272 w 2114549"/>
              <a:gd name="connsiteY2" fmla="*/ 971550 h 3441458"/>
              <a:gd name="connsiteX3" fmla="*/ 1171574 w 2114549"/>
              <a:gd name="connsiteY3" fmla="*/ 1085852 h 3441458"/>
              <a:gd name="connsiteX4" fmla="*/ 2114549 w 2114549"/>
              <a:gd name="connsiteY4" fmla="*/ 2223446 h 3441458"/>
              <a:gd name="connsiteX5" fmla="*/ 1057272 w 2114549"/>
              <a:gd name="connsiteY5" fmla="*/ 2894961 h 3441458"/>
              <a:gd name="connsiteX6" fmla="*/ 600076 w 2114549"/>
              <a:gd name="connsiteY6" fmla="*/ 2894961 h 3441458"/>
              <a:gd name="connsiteX7" fmla="*/ 0 w 2114549"/>
              <a:gd name="connsiteY7" fmla="*/ 3380734 h 3441458"/>
              <a:gd name="connsiteX8" fmla="*/ 485774 w 2114549"/>
              <a:gd name="connsiteY8" fmla="*/ 1085852 h 3441458"/>
              <a:gd name="connsiteX0" fmla="*/ 0 w 2543175"/>
              <a:gd name="connsiteY0" fmla="*/ 1500190 h 3441458"/>
              <a:gd name="connsiteX1" fmla="*/ 1300165 w 2543175"/>
              <a:gd name="connsiteY1" fmla="*/ 0 h 3441458"/>
              <a:gd name="connsiteX2" fmla="*/ 1485898 w 2543175"/>
              <a:gd name="connsiteY2" fmla="*/ 971550 h 3441458"/>
              <a:gd name="connsiteX3" fmla="*/ 1600200 w 2543175"/>
              <a:gd name="connsiteY3" fmla="*/ 1085852 h 3441458"/>
              <a:gd name="connsiteX4" fmla="*/ 2543175 w 2543175"/>
              <a:gd name="connsiteY4" fmla="*/ 2223446 h 3441458"/>
              <a:gd name="connsiteX5" fmla="*/ 1485898 w 2543175"/>
              <a:gd name="connsiteY5" fmla="*/ 2894961 h 3441458"/>
              <a:gd name="connsiteX6" fmla="*/ 1028702 w 2543175"/>
              <a:gd name="connsiteY6" fmla="*/ 2894961 h 3441458"/>
              <a:gd name="connsiteX7" fmla="*/ 428626 w 2543175"/>
              <a:gd name="connsiteY7" fmla="*/ 3380734 h 3441458"/>
              <a:gd name="connsiteX8" fmla="*/ 0 w 2543175"/>
              <a:gd name="connsiteY8" fmla="*/ 1500190 h 3441458"/>
              <a:gd name="connsiteX0" fmla="*/ 0 w 2543175"/>
              <a:gd name="connsiteY0" fmla="*/ 1500190 h 3570015"/>
              <a:gd name="connsiteX1" fmla="*/ 1300165 w 2543175"/>
              <a:gd name="connsiteY1" fmla="*/ 0 h 3570015"/>
              <a:gd name="connsiteX2" fmla="*/ 1485898 w 2543175"/>
              <a:gd name="connsiteY2" fmla="*/ 971550 h 3570015"/>
              <a:gd name="connsiteX3" fmla="*/ 1600200 w 2543175"/>
              <a:gd name="connsiteY3" fmla="*/ 1085852 h 3570015"/>
              <a:gd name="connsiteX4" fmla="*/ 2543175 w 2543175"/>
              <a:gd name="connsiteY4" fmla="*/ 2223446 h 3570015"/>
              <a:gd name="connsiteX5" fmla="*/ 1485898 w 2543175"/>
              <a:gd name="connsiteY5" fmla="*/ 2894961 h 3570015"/>
              <a:gd name="connsiteX6" fmla="*/ 1409456 w 2543175"/>
              <a:gd name="connsiteY6" fmla="*/ 3548730 h 3570015"/>
              <a:gd name="connsiteX7" fmla="*/ 428626 w 2543175"/>
              <a:gd name="connsiteY7" fmla="*/ 3380734 h 3570015"/>
              <a:gd name="connsiteX8" fmla="*/ 0 w 2543175"/>
              <a:gd name="connsiteY8" fmla="*/ 1500190 h 3570015"/>
              <a:gd name="connsiteX0" fmla="*/ 0 w 1714360"/>
              <a:gd name="connsiteY0" fmla="*/ 1500190 h 3570015"/>
              <a:gd name="connsiteX1" fmla="*/ 1300165 w 1714360"/>
              <a:gd name="connsiteY1" fmla="*/ 0 h 3570015"/>
              <a:gd name="connsiteX2" fmla="*/ 1485898 w 1714360"/>
              <a:gd name="connsiteY2" fmla="*/ 971550 h 3570015"/>
              <a:gd name="connsiteX3" fmla="*/ 1600200 w 1714360"/>
              <a:gd name="connsiteY3" fmla="*/ 1085852 h 3570015"/>
              <a:gd name="connsiteX4" fmla="*/ 1714360 w 1714360"/>
              <a:gd name="connsiteY4" fmla="*/ 1903690 h 3570015"/>
              <a:gd name="connsiteX5" fmla="*/ 1485898 w 1714360"/>
              <a:gd name="connsiteY5" fmla="*/ 2894961 h 3570015"/>
              <a:gd name="connsiteX6" fmla="*/ 1409456 w 1714360"/>
              <a:gd name="connsiteY6" fmla="*/ 3548730 h 3570015"/>
              <a:gd name="connsiteX7" fmla="*/ 428626 w 1714360"/>
              <a:gd name="connsiteY7" fmla="*/ 3380734 h 3570015"/>
              <a:gd name="connsiteX8" fmla="*/ 0 w 1714360"/>
              <a:gd name="connsiteY8" fmla="*/ 1500190 h 357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4360" h="3570015">
                <a:moveTo>
                  <a:pt x="0" y="1500190"/>
                </a:moveTo>
                <a:cubicBezTo>
                  <a:pt x="0" y="1437063"/>
                  <a:pt x="1237038" y="0"/>
                  <a:pt x="1300165" y="0"/>
                </a:cubicBezTo>
                <a:cubicBezTo>
                  <a:pt x="1452564" y="0"/>
                  <a:pt x="1333499" y="971550"/>
                  <a:pt x="1485898" y="971550"/>
                </a:cubicBezTo>
                <a:cubicBezTo>
                  <a:pt x="1549025" y="971550"/>
                  <a:pt x="1600200" y="1022725"/>
                  <a:pt x="1600200" y="1085852"/>
                </a:cubicBezTo>
                <a:lnTo>
                  <a:pt x="1714360" y="1903690"/>
                </a:lnTo>
                <a:cubicBezTo>
                  <a:pt x="1714360" y="1966817"/>
                  <a:pt x="1549025" y="2894961"/>
                  <a:pt x="1485898" y="2894961"/>
                </a:cubicBezTo>
                <a:lnTo>
                  <a:pt x="1409456" y="3548730"/>
                </a:lnTo>
                <a:cubicBezTo>
                  <a:pt x="1346329" y="3548730"/>
                  <a:pt x="1414464" y="3658173"/>
                  <a:pt x="428626" y="3380734"/>
                </a:cubicBezTo>
                <a:lnTo>
                  <a:pt x="0" y="1500190"/>
                </a:lnTo>
                <a:close/>
              </a:path>
            </a:pathLst>
          </a:custGeom>
          <a:solidFill>
            <a:srgbClr val="6A48D7">
              <a:alpha val="65000"/>
            </a:srgbClr>
          </a:solidFill>
          <a:ln>
            <a:noFill/>
          </a:ln>
          <a:effectLst>
            <a:softEdge rad="736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2AF8DC-4E8B-EA41-B5B6-CD0357895405}"/>
              </a:ext>
            </a:extLst>
          </p:cNvPr>
          <p:cNvSpPr txBox="1"/>
          <p:nvPr/>
        </p:nvSpPr>
        <p:spPr>
          <a:xfrm>
            <a:off x="4868542" y="12555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История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AAEFA-DF03-0D4E-8E31-2CC79DA8BE95}"/>
              </a:ext>
            </a:extLst>
          </p:cNvPr>
          <p:cNvSpPr txBox="1"/>
          <p:nvPr/>
        </p:nvSpPr>
        <p:spPr>
          <a:xfrm>
            <a:off x="6780939" y="99234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 Medium" pitchFamily="2" charset="0"/>
              </a:rPr>
              <a:t>Создание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F89CAE-63B9-2C49-B0B1-2D4A859B8ACD}"/>
              </a:ext>
            </a:extLst>
          </p:cNvPr>
          <p:cNvSpPr txBox="1"/>
          <p:nvPr/>
        </p:nvSpPr>
        <p:spPr>
          <a:xfrm>
            <a:off x="8633782" y="767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Заключение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0AF365-09B1-9444-AC63-6AFBC57A41B6}"/>
              </a:ext>
            </a:extLst>
          </p:cNvPr>
          <p:cNvSpPr txBox="1"/>
          <p:nvPr/>
        </p:nvSpPr>
        <p:spPr>
          <a:xfrm>
            <a:off x="2821493" y="-5716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Введение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4C93CDD-9829-AB42-BD6B-0D95F6D58F5A}"/>
              </a:ext>
            </a:extLst>
          </p:cNvPr>
          <p:cNvSpPr/>
          <p:nvPr/>
        </p:nvSpPr>
        <p:spPr>
          <a:xfrm>
            <a:off x="4656719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21A8CA8-B24F-6E44-BB1C-B69BCBB6D315}"/>
              </a:ext>
            </a:extLst>
          </p:cNvPr>
          <p:cNvSpPr/>
          <p:nvPr/>
        </p:nvSpPr>
        <p:spPr>
          <a:xfrm>
            <a:off x="6633155" y="0"/>
            <a:ext cx="1414462" cy="142868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DD5D3EC-710B-214A-B107-CA84DE820C83}"/>
              </a:ext>
            </a:extLst>
          </p:cNvPr>
          <p:cNvSpPr/>
          <p:nvPr/>
        </p:nvSpPr>
        <p:spPr>
          <a:xfrm>
            <a:off x="8609591" y="-5716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CC0D4E2-5FB3-7F4F-943E-506F9D791855}"/>
              </a:ext>
            </a:extLst>
          </p:cNvPr>
          <p:cNvSpPr/>
          <p:nvPr/>
        </p:nvSpPr>
        <p:spPr>
          <a:xfrm>
            <a:off x="2680283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81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31E494-BA4E-2549-B4B6-FDC3297FB65D}"/>
              </a:ext>
            </a:extLst>
          </p:cNvPr>
          <p:cNvSpPr/>
          <p:nvPr/>
        </p:nvSpPr>
        <p:spPr>
          <a:xfrm>
            <a:off x="0" y="0"/>
            <a:ext cx="928686" cy="6858000"/>
          </a:xfrm>
          <a:prstGeom prst="rect">
            <a:avLst/>
          </a:prstGeom>
          <a:solidFill>
            <a:srgbClr val="E038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0CCD7F4-7EB7-5B45-AE2A-5F1B0CCFA166}"/>
              </a:ext>
            </a:extLst>
          </p:cNvPr>
          <p:cNvCxnSpPr>
            <a:cxnSpLocks/>
          </p:cNvCxnSpPr>
          <p:nvPr/>
        </p:nvCxnSpPr>
        <p:spPr>
          <a:xfrm>
            <a:off x="576263" y="1462087"/>
            <a:ext cx="8763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AD49B1-2398-AE40-9759-C61C70582DEE}"/>
              </a:ext>
            </a:extLst>
          </p:cNvPr>
          <p:cNvSpPr txBox="1"/>
          <p:nvPr/>
        </p:nvSpPr>
        <p:spPr>
          <a:xfrm>
            <a:off x="1247774" y="1562100"/>
            <a:ext cx="62689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1" dirty="0">
                <a:latin typeface="Montserrat" pitchFamily="2" charset="0"/>
              </a:rPr>
              <a:t>Возможности приложения и варианты доработки</a:t>
            </a:r>
            <a:endParaRPr lang="en-US" sz="3200" b="1" i="1" dirty="0">
              <a:latin typeface="Montserrat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B1F335-6252-224D-9604-E3B269C695A2}"/>
              </a:ext>
            </a:extLst>
          </p:cNvPr>
          <p:cNvSpPr txBox="1"/>
          <p:nvPr/>
        </p:nvSpPr>
        <p:spPr>
          <a:xfrm>
            <a:off x="1246768" y="2728253"/>
            <a:ext cx="575846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Montserrat Medium" pitchFamily="2" charset="0"/>
              </a:rPr>
              <a:t>	</a:t>
            </a:r>
            <a:r>
              <a:rPr lang="ru-RU" dirty="0">
                <a:latin typeface="Montserrat Medium" pitchFamily="2" charset="0"/>
              </a:rPr>
              <a:t>На данный момент возможно использование заранее заготовленных маршрутов, выбор тематик и вариантов </a:t>
            </a:r>
            <a:r>
              <a:rPr lang="ru-RU" dirty="0" smtClean="0">
                <a:latin typeface="Montserrat Medium" pitchFamily="2" charset="0"/>
              </a:rPr>
              <a:t>передвижения, вывод информации о предложенных маршрутах и работа с отображением картинки маршрута.</a:t>
            </a:r>
            <a:endParaRPr lang="ru-RU" dirty="0">
              <a:latin typeface="Montserrat Medium" pitchFamily="2" charset="0"/>
            </a:endParaRPr>
          </a:p>
          <a:p>
            <a:endParaRPr lang="ru-RU" dirty="0">
              <a:latin typeface="Montserrat Medium" pitchFamily="2" charset="0"/>
            </a:endParaRPr>
          </a:p>
          <a:p>
            <a:r>
              <a:rPr lang="ru-RU" dirty="0">
                <a:latin typeface="Montserrat Medium" pitchFamily="2" charset="0"/>
              </a:rPr>
              <a:t>	В будущем возможно добавление собственных маршрутов, интеграция в приложения навигатора, оптимизация программного </a:t>
            </a:r>
            <a:r>
              <a:rPr lang="ru-RU" dirty="0" smtClean="0">
                <a:latin typeface="Montserrat Medium" pitchFamily="2" charset="0"/>
              </a:rPr>
              <a:t>кода, работа с новыми графическими редакторами </a:t>
            </a:r>
            <a:r>
              <a:rPr lang="ru-RU" dirty="0">
                <a:latin typeface="Montserrat Medium" pitchFamily="2" charset="0"/>
              </a:rPr>
              <a:t>и перенос на ОС </a:t>
            </a:r>
            <a:r>
              <a:rPr lang="ru-RU" dirty="0" err="1" smtClean="0">
                <a:latin typeface="Montserrat Medium" pitchFamily="2" charset="0"/>
              </a:rPr>
              <a:t>Андроид</a:t>
            </a:r>
            <a:r>
              <a:rPr lang="ru-RU" dirty="0" smtClean="0">
                <a:latin typeface="Montserrat Medium" pitchFamily="2" charset="0"/>
              </a:rPr>
              <a:t>, </a:t>
            </a:r>
            <a:r>
              <a:rPr lang="ru-RU" dirty="0" err="1" smtClean="0">
                <a:latin typeface="Montserrat Medium" pitchFamily="2" charset="0"/>
              </a:rPr>
              <a:t>ёа</a:t>
            </a:r>
            <a:r>
              <a:rPr lang="ru-RU" dirty="0" smtClean="0">
                <a:latin typeface="Montserrat Medium" pitchFamily="2" charset="0"/>
              </a:rPr>
              <a:t> также добавление информации о пользователе.</a:t>
            </a:r>
            <a:endParaRPr lang="ru-RU" dirty="0">
              <a:latin typeface="Montserrat Medium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E91131-4959-0A48-81C3-13772C7D9F30}"/>
              </a:ext>
            </a:extLst>
          </p:cNvPr>
          <p:cNvSpPr txBox="1"/>
          <p:nvPr/>
        </p:nvSpPr>
        <p:spPr>
          <a:xfrm>
            <a:off x="4868542" y="12555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История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1526BE-D4C3-8241-B841-5FD00D3636C5}"/>
              </a:ext>
            </a:extLst>
          </p:cNvPr>
          <p:cNvSpPr txBox="1"/>
          <p:nvPr/>
        </p:nvSpPr>
        <p:spPr>
          <a:xfrm>
            <a:off x="6780939" y="12555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Создание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F391F3-CB87-BC4F-81BF-70DADF255B8C}"/>
              </a:ext>
            </a:extLst>
          </p:cNvPr>
          <p:cNvSpPr txBox="1"/>
          <p:nvPr/>
        </p:nvSpPr>
        <p:spPr>
          <a:xfrm>
            <a:off x="8656223" y="99234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 Medium" pitchFamily="2" charset="0"/>
              </a:rPr>
              <a:t>Заключение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92E5C6-C323-1149-8C6B-DDB76345B07B}"/>
              </a:ext>
            </a:extLst>
          </p:cNvPr>
          <p:cNvSpPr txBox="1"/>
          <p:nvPr/>
        </p:nvSpPr>
        <p:spPr>
          <a:xfrm>
            <a:off x="2821493" y="-5716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chemeClr val="tx1">
                    <a:alpha val="40000"/>
                  </a:schemeClr>
                </a:solidFill>
                <a:latin typeface="Montserrat Medium" pitchFamily="2" charset="0"/>
              </a:rPr>
              <a:t>Введение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843E439-8CB7-1841-B4D9-5369D0F14054}"/>
              </a:ext>
            </a:extLst>
          </p:cNvPr>
          <p:cNvSpPr/>
          <p:nvPr/>
        </p:nvSpPr>
        <p:spPr>
          <a:xfrm>
            <a:off x="4656719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5888555E-B644-984B-B66C-E57725338340}"/>
              </a:ext>
            </a:extLst>
          </p:cNvPr>
          <p:cNvSpPr/>
          <p:nvPr/>
        </p:nvSpPr>
        <p:spPr>
          <a:xfrm>
            <a:off x="6633155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A61AD394-394B-EA4C-ADA4-58D7B64E8796}"/>
              </a:ext>
            </a:extLst>
          </p:cNvPr>
          <p:cNvSpPr/>
          <p:nvPr/>
        </p:nvSpPr>
        <p:spPr>
          <a:xfrm>
            <a:off x="8609591" y="-5716"/>
            <a:ext cx="1414462" cy="1559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91CE2AB-BF16-864C-8967-6E2B07072E17}"/>
              </a:ext>
            </a:extLst>
          </p:cNvPr>
          <p:cNvSpPr/>
          <p:nvPr/>
        </p:nvSpPr>
        <p:spPr>
          <a:xfrm>
            <a:off x="2680283" y="0"/>
            <a:ext cx="1414462" cy="4571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Скругленный прямоугольник 16">
            <a:extLst>
              <a:ext uri="{FF2B5EF4-FFF2-40B4-BE49-F238E27FC236}">
                <a16:creationId xmlns:a16="http://schemas.microsoft.com/office/drawing/2014/main" id="{595F0951-C4B1-4544-9C62-61AD24AE3261}"/>
              </a:ext>
            </a:extLst>
          </p:cNvPr>
          <p:cNvSpPr/>
          <p:nvPr/>
        </p:nvSpPr>
        <p:spPr>
          <a:xfrm rot="6976210">
            <a:off x="7067989" y="4073976"/>
            <a:ext cx="6703591" cy="5276886"/>
          </a:xfrm>
          <a:custGeom>
            <a:avLst/>
            <a:gdLst>
              <a:gd name="connsiteX0" fmla="*/ 0 w 685800"/>
              <a:gd name="connsiteY0" fmla="*/ 114302 h 1923411"/>
              <a:gd name="connsiteX1" fmla="*/ 114302 w 685800"/>
              <a:gd name="connsiteY1" fmla="*/ 0 h 1923411"/>
              <a:gd name="connsiteX2" fmla="*/ 571498 w 685800"/>
              <a:gd name="connsiteY2" fmla="*/ 0 h 1923411"/>
              <a:gd name="connsiteX3" fmla="*/ 685800 w 685800"/>
              <a:gd name="connsiteY3" fmla="*/ 114302 h 1923411"/>
              <a:gd name="connsiteX4" fmla="*/ 685800 w 685800"/>
              <a:gd name="connsiteY4" fmla="*/ 1809109 h 1923411"/>
              <a:gd name="connsiteX5" fmla="*/ 571498 w 685800"/>
              <a:gd name="connsiteY5" fmla="*/ 1923411 h 1923411"/>
              <a:gd name="connsiteX6" fmla="*/ 114302 w 685800"/>
              <a:gd name="connsiteY6" fmla="*/ 1923411 h 1923411"/>
              <a:gd name="connsiteX7" fmla="*/ 0 w 685800"/>
              <a:gd name="connsiteY7" fmla="*/ 1809109 h 1923411"/>
              <a:gd name="connsiteX8" fmla="*/ 0 w 685800"/>
              <a:gd name="connsiteY8" fmla="*/ 114302 h 1923411"/>
              <a:gd name="connsiteX0" fmla="*/ 0 w 685800"/>
              <a:gd name="connsiteY0" fmla="*/ 1085852 h 2894961"/>
              <a:gd name="connsiteX1" fmla="*/ 385765 w 685800"/>
              <a:gd name="connsiteY1" fmla="*/ 0 h 2894961"/>
              <a:gd name="connsiteX2" fmla="*/ 571498 w 685800"/>
              <a:gd name="connsiteY2" fmla="*/ 971550 h 2894961"/>
              <a:gd name="connsiteX3" fmla="*/ 685800 w 685800"/>
              <a:gd name="connsiteY3" fmla="*/ 1085852 h 2894961"/>
              <a:gd name="connsiteX4" fmla="*/ 685800 w 685800"/>
              <a:gd name="connsiteY4" fmla="*/ 2780659 h 2894961"/>
              <a:gd name="connsiteX5" fmla="*/ 571498 w 685800"/>
              <a:gd name="connsiteY5" fmla="*/ 2894961 h 2894961"/>
              <a:gd name="connsiteX6" fmla="*/ 114302 w 685800"/>
              <a:gd name="connsiteY6" fmla="*/ 2894961 h 2894961"/>
              <a:gd name="connsiteX7" fmla="*/ 0 w 685800"/>
              <a:gd name="connsiteY7" fmla="*/ 2780659 h 2894961"/>
              <a:gd name="connsiteX8" fmla="*/ 0 w 685800"/>
              <a:gd name="connsiteY8" fmla="*/ 1085852 h 2894961"/>
              <a:gd name="connsiteX0" fmla="*/ 957262 w 1643062"/>
              <a:gd name="connsiteY0" fmla="*/ 1085852 h 2894961"/>
              <a:gd name="connsiteX1" fmla="*/ 1343027 w 1643062"/>
              <a:gd name="connsiteY1" fmla="*/ 0 h 2894961"/>
              <a:gd name="connsiteX2" fmla="*/ 1528760 w 1643062"/>
              <a:gd name="connsiteY2" fmla="*/ 971550 h 2894961"/>
              <a:gd name="connsiteX3" fmla="*/ 1643062 w 1643062"/>
              <a:gd name="connsiteY3" fmla="*/ 1085852 h 2894961"/>
              <a:gd name="connsiteX4" fmla="*/ 1643062 w 1643062"/>
              <a:gd name="connsiteY4" fmla="*/ 2780659 h 2894961"/>
              <a:gd name="connsiteX5" fmla="*/ 1528760 w 1643062"/>
              <a:gd name="connsiteY5" fmla="*/ 2894961 h 2894961"/>
              <a:gd name="connsiteX6" fmla="*/ 1071564 w 1643062"/>
              <a:gd name="connsiteY6" fmla="*/ 2894961 h 2894961"/>
              <a:gd name="connsiteX7" fmla="*/ 0 w 1643062"/>
              <a:gd name="connsiteY7" fmla="*/ 2794947 h 2894961"/>
              <a:gd name="connsiteX8" fmla="*/ 957262 w 1643062"/>
              <a:gd name="connsiteY8" fmla="*/ 1085852 h 2894961"/>
              <a:gd name="connsiteX0" fmla="*/ 485774 w 1171574"/>
              <a:gd name="connsiteY0" fmla="*/ 1085852 h 3385789"/>
              <a:gd name="connsiteX1" fmla="*/ 871539 w 1171574"/>
              <a:gd name="connsiteY1" fmla="*/ 0 h 3385789"/>
              <a:gd name="connsiteX2" fmla="*/ 1057272 w 1171574"/>
              <a:gd name="connsiteY2" fmla="*/ 971550 h 3385789"/>
              <a:gd name="connsiteX3" fmla="*/ 1171574 w 1171574"/>
              <a:gd name="connsiteY3" fmla="*/ 1085852 h 3385789"/>
              <a:gd name="connsiteX4" fmla="*/ 1171574 w 1171574"/>
              <a:gd name="connsiteY4" fmla="*/ 2780659 h 3385789"/>
              <a:gd name="connsiteX5" fmla="*/ 1057272 w 1171574"/>
              <a:gd name="connsiteY5" fmla="*/ 2894961 h 3385789"/>
              <a:gd name="connsiteX6" fmla="*/ 600076 w 1171574"/>
              <a:gd name="connsiteY6" fmla="*/ 2894961 h 3385789"/>
              <a:gd name="connsiteX7" fmla="*/ 0 w 1171574"/>
              <a:gd name="connsiteY7" fmla="*/ 3380734 h 3385789"/>
              <a:gd name="connsiteX8" fmla="*/ 485774 w 1171574"/>
              <a:gd name="connsiteY8" fmla="*/ 1085852 h 3385789"/>
              <a:gd name="connsiteX0" fmla="*/ 485774 w 1171574"/>
              <a:gd name="connsiteY0" fmla="*/ 1085852 h 3441458"/>
              <a:gd name="connsiteX1" fmla="*/ 871539 w 1171574"/>
              <a:gd name="connsiteY1" fmla="*/ 0 h 3441458"/>
              <a:gd name="connsiteX2" fmla="*/ 1057272 w 1171574"/>
              <a:gd name="connsiteY2" fmla="*/ 971550 h 3441458"/>
              <a:gd name="connsiteX3" fmla="*/ 1171574 w 1171574"/>
              <a:gd name="connsiteY3" fmla="*/ 1085852 h 3441458"/>
              <a:gd name="connsiteX4" fmla="*/ 1171574 w 1171574"/>
              <a:gd name="connsiteY4" fmla="*/ 2780659 h 3441458"/>
              <a:gd name="connsiteX5" fmla="*/ 1057272 w 1171574"/>
              <a:gd name="connsiteY5" fmla="*/ 2894961 h 3441458"/>
              <a:gd name="connsiteX6" fmla="*/ 600076 w 1171574"/>
              <a:gd name="connsiteY6" fmla="*/ 2894961 h 3441458"/>
              <a:gd name="connsiteX7" fmla="*/ 0 w 1171574"/>
              <a:gd name="connsiteY7" fmla="*/ 3380734 h 3441458"/>
              <a:gd name="connsiteX8" fmla="*/ 485774 w 1171574"/>
              <a:gd name="connsiteY8" fmla="*/ 1085852 h 3441458"/>
              <a:gd name="connsiteX0" fmla="*/ 485774 w 2114549"/>
              <a:gd name="connsiteY0" fmla="*/ 1085852 h 3441458"/>
              <a:gd name="connsiteX1" fmla="*/ 871539 w 2114549"/>
              <a:gd name="connsiteY1" fmla="*/ 0 h 3441458"/>
              <a:gd name="connsiteX2" fmla="*/ 1057272 w 2114549"/>
              <a:gd name="connsiteY2" fmla="*/ 971550 h 3441458"/>
              <a:gd name="connsiteX3" fmla="*/ 1171574 w 2114549"/>
              <a:gd name="connsiteY3" fmla="*/ 1085852 h 3441458"/>
              <a:gd name="connsiteX4" fmla="*/ 2114549 w 2114549"/>
              <a:gd name="connsiteY4" fmla="*/ 2223446 h 3441458"/>
              <a:gd name="connsiteX5" fmla="*/ 1057272 w 2114549"/>
              <a:gd name="connsiteY5" fmla="*/ 2894961 h 3441458"/>
              <a:gd name="connsiteX6" fmla="*/ 600076 w 2114549"/>
              <a:gd name="connsiteY6" fmla="*/ 2894961 h 3441458"/>
              <a:gd name="connsiteX7" fmla="*/ 0 w 2114549"/>
              <a:gd name="connsiteY7" fmla="*/ 3380734 h 3441458"/>
              <a:gd name="connsiteX8" fmla="*/ 485774 w 2114549"/>
              <a:gd name="connsiteY8" fmla="*/ 1085852 h 3441458"/>
              <a:gd name="connsiteX0" fmla="*/ 0 w 2543175"/>
              <a:gd name="connsiteY0" fmla="*/ 1500190 h 3441458"/>
              <a:gd name="connsiteX1" fmla="*/ 1300165 w 2543175"/>
              <a:gd name="connsiteY1" fmla="*/ 0 h 3441458"/>
              <a:gd name="connsiteX2" fmla="*/ 1485898 w 2543175"/>
              <a:gd name="connsiteY2" fmla="*/ 971550 h 3441458"/>
              <a:gd name="connsiteX3" fmla="*/ 1600200 w 2543175"/>
              <a:gd name="connsiteY3" fmla="*/ 1085852 h 3441458"/>
              <a:gd name="connsiteX4" fmla="*/ 2543175 w 2543175"/>
              <a:gd name="connsiteY4" fmla="*/ 2223446 h 3441458"/>
              <a:gd name="connsiteX5" fmla="*/ 1485898 w 2543175"/>
              <a:gd name="connsiteY5" fmla="*/ 2894961 h 3441458"/>
              <a:gd name="connsiteX6" fmla="*/ 1028702 w 2543175"/>
              <a:gd name="connsiteY6" fmla="*/ 2894961 h 3441458"/>
              <a:gd name="connsiteX7" fmla="*/ 428626 w 2543175"/>
              <a:gd name="connsiteY7" fmla="*/ 3380734 h 3441458"/>
              <a:gd name="connsiteX8" fmla="*/ 0 w 2543175"/>
              <a:gd name="connsiteY8" fmla="*/ 1500190 h 3441458"/>
              <a:gd name="connsiteX0" fmla="*/ 0 w 2543175"/>
              <a:gd name="connsiteY0" fmla="*/ 1500190 h 2898038"/>
              <a:gd name="connsiteX1" fmla="*/ 1300165 w 2543175"/>
              <a:gd name="connsiteY1" fmla="*/ 0 h 2898038"/>
              <a:gd name="connsiteX2" fmla="*/ 1485898 w 2543175"/>
              <a:gd name="connsiteY2" fmla="*/ 971550 h 2898038"/>
              <a:gd name="connsiteX3" fmla="*/ 1600200 w 2543175"/>
              <a:gd name="connsiteY3" fmla="*/ 1085852 h 2898038"/>
              <a:gd name="connsiteX4" fmla="*/ 2543175 w 2543175"/>
              <a:gd name="connsiteY4" fmla="*/ 2223446 h 2898038"/>
              <a:gd name="connsiteX5" fmla="*/ 1485898 w 2543175"/>
              <a:gd name="connsiteY5" fmla="*/ 2894961 h 2898038"/>
              <a:gd name="connsiteX6" fmla="*/ 1028702 w 2543175"/>
              <a:gd name="connsiteY6" fmla="*/ 2894961 h 2898038"/>
              <a:gd name="connsiteX7" fmla="*/ 507497 w 2543175"/>
              <a:gd name="connsiteY7" fmla="*/ 2664942 h 2898038"/>
              <a:gd name="connsiteX8" fmla="*/ 0 w 2543175"/>
              <a:gd name="connsiteY8" fmla="*/ 1500190 h 2898038"/>
              <a:gd name="connsiteX0" fmla="*/ 0 w 2543175"/>
              <a:gd name="connsiteY0" fmla="*/ 528640 h 1926488"/>
              <a:gd name="connsiteX1" fmla="*/ 940922 w 2543175"/>
              <a:gd name="connsiteY1" fmla="*/ 63790 h 1926488"/>
              <a:gd name="connsiteX2" fmla="*/ 1485898 w 2543175"/>
              <a:gd name="connsiteY2" fmla="*/ 0 h 1926488"/>
              <a:gd name="connsiteX3" fmla="*/ 1600200 w 2543175"/>
              <a:gd name="connsiteY3" fmla="*/ 114302 h 1926488"/>
              <a:gd name="connsiteX4" fmla="*/ 2543175 w 2543175"/>
              <a:gd name="connsiteY4" fmla="*/ 1251896 h 1926488"/>
              <a:gd name="connsiteX5" fmla="*/ 1485898 w 2543175"/>
              <a:gd name="connsiteY5" fmla="*/ 1923411 h 1926488"/>
              <a:gd name="connsiteX6" fmla="*/ 1028702 w 2543175"/>
              <a:gd name="connsiteY6" fmla="*/ 1923411 h 1926488"/>
              <a:gd name="connsiteX7" fmla="*/ 507497 w 2543175"/>
              <a:gd name="connsiteY7" fmla="*/ 1693392 h 1926488"/>
              <a:gd name="connsiteX8" fmla="*/ 0 w 2543175"/>
              <a:gd name="connsiteY8" fmla="*/ 528640 h 1926488"/>
              <a:gd name="connsiteX0" fmla="*/ 0 w 2222672"/>
              <a:gd name="connsiteY0" fmla="*/ 591712 h 1926488"/>
              <a:gd name="connsiteX1" fmla="*/ 620419 w 2222672"/>
              <a:gd name="connsiteY1" fmla="*/ 63790 h 1926488"/>
              <a:gd name="connsiteX2" fmla="*/ 1165395 w 2222672"/>
              <a:gd name="connsiteY2" fmla="*/ 0 h 1926488"/>
              <a:gd name="connsiteX3" fmla="*/ 1279697 w 2222672"/>
              <a:gd name="connsiteY3" fmla="*/ 114302 h 1926488"/>
              <a:gd name="connsiteX4" fmla="*/ 2222672 w 2222672"/>
              <a:gd name="connsiteY4" fmla="*/ 1251896 h 1926488"/>
              <a:gd name="connsiteX5" fmla="*/ 1165395 w 2222672"/>
              <a:gd name="connsiteY5" fmla="*/ 1923411 h 1926488"/>
              <a:gd name="connsiteX6" fmla="*/ 708199 w 2222672"/>
              <a:gd name="connsiteY6" fmla="*/ 1923411 h 1926488"/>
              <a:gd name="connsiteX7" fmla="*/ 186994 w 2222672"/>
              <a:gd name="connsiteY7" fmla="*/ 1693392 h 1926488"/>
              <a:gd name="connsiteX8" fmla="*/ 0 w 2222672"/>
              <a:gd name="connsiteY8" fmla="*/ 591712 h 192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2672" h="1926488">
                <a:moveTo>
                  <a:pt x="0" y="591712"/>
                </a:moveTo>
                <a:cubicBezTo>
                  <a:pt x="0" y="528585"/>
                  <a:pt x="557292" y="63790"/>
                  <a:pt x="620419" y="63790"/>
                </a:cubicBezTo>
                <a:cubicBezTo>
                  <a:pt x="772818" y="63790"/>
                  <a:pt x="1012996" y="0"/>
                  <a:pt x="1165395" y="0"/>
                </a:cubicBezTo>
                <a:cubicBezTo>
                  <a:pt x="1228522" y="0"/>
                  <a:pt x="1279697" y="51175"/>
                  <a:pt x="1279697" y="114302"/>
                </a:cubicBezTo>
                <a:lnTo>
                  <a:pt x="2222672" y="1251896"/>
                </a:lnTo>
                <a:cubicBezTo>
                  <a:pt x="2222672" y="1315023"/>
                  <a:pt x="1228522" y="1923411"/>
                  <a:pt x="1165395" y="1923411"/>
                </a:cubicBezTo>
                <a:lnTo>
                  <a:pt x="708199" y="1923411"/>
                </a:lnTo>
                <a:cubicBezTo>
                  <a:pt x="645072" y="1923411"/>
                  <a:pt x="1172832" y="1970831"/>
                  <a:pt x="186994" y="1693392"/>
                </a:cubicBezTo>
                <a:lnTo>
                  <a:pt x="0" y="591712"/>
                </a:lnTo>
                <a:close/>
              </a:path>
            </a:pathLst>
          </a:custGeom>
          <a:solidFill>
            <a:srgbClr val="E038AD">
              <a:alpha val="62000"/>
            </a:srgbClr>
          </a:soli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B25F7C71-DB00-904F-A2D0-113824C9506A}"/>
              </a:ext>
            </a:extLst>
          </p:cNvPr>
          <p:cNvCxnSpPr>
            <a:cxnSpLocks/>
          </p:cNvCxnSpPr>
          <p:nvPr/>
        </p:nvCxnSpPr>
        <p:spPr>
          <a:xfrm>
            <a:off x="8305882" y="572711"/>
            <a:ext cx="0" cy="60721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CD163B-F4E6-E747-B4D2-CE230A45277D}"/>
              </a:ext>
            </a:extLst>
          </p:cNvPr>
          <p:cNvSpPr txBox="1"/>
          <p:nvPr/>
        </p:nvSpPr>
        <p:spPr>
          <a:xfrm>
            <a:off x="9199753" y="2700873"/>
            <a:ext cx="9685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b="1" i="1" dirty="0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Montserrat" pitchFamily="2" charset="0"/>
              </a:rPr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6851E-108D-2E46-BB41-7478C526C044}"/>
              </a:ext>
            </a:extLst>
          </p:cNvPr>
          <p:cNvSpPr txBox="1"/>
          <p:nvPr/>
        </p:nvSpPr>
        <p:spPr>
          <a:xfrm>
            <a:off x="9095087" y="3708426"/>
            <a:ext cx="2817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Montserrat Medium" pitchFamily="2" charset="0"/>
              </a:rPr>
              <a:t>	готовых маршрутов есть в приложении на данный момент</a:t>
            </a:r>
          </a:p>
        </p:txBody>
      </p:sp>
    </p:spTree>
    <p:extLst>
      <p:ext uri="{BB962C8B-B14F-4D97-AF65-F5344CB8AC3E}">
        <p14:creationId xmlns:p14="http://schemas.microsoft.com/office/powerpoint/2010/main" val="16438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CB5E8-B435-3547-B920-9C0AEF92AA78}"/>
              </a:ext>
            </a:extLst>
          </p:cNvPr>
          <p:cNvSpPr txBox="1"/>
          <p:nvPr/>
        </p:nvSpPr>
        <p:spPr>
          <a:xfrm>
            <a:off x="1552588" y="3228975"/>
            <a:ext cx="75151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i="1" dirty="0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Montserrat" pitchFamily="2" charset="0"/>
              </a:rPr>
              <a:t>СПАСИБО ЗА ВНИМАНИЕ!</a:t>
            </a:r>
          </a:p>
        </p:txBody>
      </p:sp>
      <p:sp>
        <p:nvSpPr>
          <p:cNvPr id="3" name="Скругленный прямоугольник 16">
            <a:extLst>
              <a:ext uri="{FF2B5EF4-FFF2-40B4-BE49-F238E27FC236}">
                <a16:creationId xmlns:a16="http://schemas.microsoft.com/office/drawing/2014/main" id="{FC24C1D2-7917-D242-BF11-6C9BD594DB7B}"/>
              </a:ext>
            </a:extLst>
          </p:cNvPr>
          <p:cNvSpPr/>
          <p:nvPr/>
        </p:nvSpPr>
        <p:spPr>
          <a:xfrm rot="5921000">
            <a:off x="370297" y="3206389"/>
            <a:ext cx="5401351" cy="6124524"/>
          </a:xfrm>
          <a:custGeom>
            <a:avLst/>
            <a:gdLst>
              <a:gd name="connsiteX0" fmla="*/ 0 w 685800"/>
              <a:gd name="connsiteY0" fmla="*/ 114302 h 1923411"/>
              <a:gd name="connsiteX1" fmla="*/ 114302 w 685800"/>
              <a:gd name="connsiteY1" fmla="*/ 0 h 1923411"/>
              <a:gd name="connsiteX2" fmla="*/ 571498 w 685800"/>
              <a:gd name="connsiteY2" fmla="*/ 0 h 1923411"/>
              <a:gd name="connsiteX3" fmla="*/ 685800 w 685800"/>
              <a:gd name="connsiteY3" fmla="*/ 114302 h 1923411"/>
              <a:gd name="connsiteX4" fmla="*/ 685800 w 685800"/>
              <a:gd name="connsiteY4" fmla="*/ 1809109 h 1923411"/>
              <a:gd name="connsiteX5" fmla="*/ 571498 w 685800"/>
              <a:gd name="connsiteY5" fmla="*/ 1923411 h 1923411"/>
              <a:gd name="connsiteX6" fmla="*/ 114302 w 685800"/>
              <a:gd name="connsiteY6" fmla="*/ 1923411 h 1923411"/>
              <a:gd name="connsiteX7" fmla="*/ 0 w 685800"/>
              <a:gd name="connsiteY7" fmla="*/ 1809109 h 1923411"/>
              <a:gd name="connsiteX8" fmla="*/ 0 w 685800"/>
              <a:gd name="connsiteY8" fmla="*/ 114302 h 1923411"/>
              <a:gd name="connsiteX0" fmla="*/ 0 w 685800"/>
              <a:gd name="connsiteY0" fmla="*/ 1085852 h 2894961"/>
              <a:gd name="connsiteX1" fmla="*/ 385765 w 685800"/>
              <a:gd name="connsiteY1" fmla="*/ 0 h 2894961"/>
              <a:gd name="connsiteX2" fmla="*/ 571498 w 685800"/>
              <a:gd name="connsiteY2" fmla="*/ 971550 h 2894961"/>
              <a:gd name="connsiteX3" fmla="*/ 685800 w 685800"/>
              <a:gd name="connsiteY3" fmla="*/ 1085852 h 2894961"/>
              <a:gd name="connsiteX4" fmla="*/ 685800 w 685800"/>
              <a:gd name="connsiteY4" fmla="*/ 2780659 h 2894961"/>
              <a:gd name="connsiteX5" fmla="*/ 571498 w 685800"/>
              <a:gd name="connsiteY5" fmla="*/ 2894961 h 2894961"/>
              <a:gd name="connsiteX6" fmla="*/ 114302 w 685800"/>
              <a:gd name="connsiteY6" fmla="*/ 2894961 h 2894961"/>
              <a:gd name="connsiteX7" fmla="*/ 0 w 685800"/>
              <a:gd name="connsiteY7" fmla="*/ 2780659 h 2894961"/>
              <a:gd name="connsiteX8" fmla="*/ 0 w 685800"/>
              <a:gd name="connsiteY8" fmla="*/ 1085852 h 2894961"/>
              <a:gd name="connsiteX0" fmla="*/ 957262 w 1643062"/>
              <a:gd name="connsiteY0" fmla="*/ 1085852 h 2894961"/>
              <a:gd name="connsiteX1" fmla="*/ 1343027 w 1643062"/>
              <a:gd name="connsiteY1" fmla="*/ 0 h 2894961"/>
              <a:gd name="connsiteX2" fmla="*/ 1528760 w 1643062"/>
              <a:gd name="connsiteY2" fmla="*/ 971550 h 2894961"/>
              <a:gd name="connsiteX3" fmla="*/ 1643062 w 1643062"/>
              <a:gd name="connsiteY3" fmla="*/ 1085852 h 2894961"/>
              <a:gd name="connsiteX4" fmla="*/ 1643062 w 1643062"/>
              <a:gd name="connsiteY4" fmla="*/ 2780659 h 2894961"/>
              <a:gd name="connsiteX5" fmla="*/ 1528760 w 1643062"/>
              <a:gd name="connsiteY5" fmla="*/ 2894961 h 2894961"/>
              <a:gd name="connsiteX6" fmla="*/ 1071564 w 1643062"/>
              <a:gd name="connsiteY6" fmla="*/ 2894961 h 2894961"/>
              <a:gd name="connsiteX7" fmla="*/ 0 w 1643062"/>
              <a:gd name="connsiteY7" fmla="*/ 2794947 h 2894961"/>
              <a:gd name="connsiteX8" fmla="*/ 957262 w 1643062"/>
              <a:gd name="connsiteY8" fmla="*/ 1085852 h 2894961"/>
              <a:gd name="connsiteX0" fmla="*/ 485774 w 1171574"/>
              <a:gd name="connsiteY0" fmla="*/ 1085852 h 3385789"/>
              <a:gd name="connsiteX1" fmla="*/ 871539 w 1171574"/>
              <a:gd name="connsiteY1" fmla="*/ 0 h 3385789"/>
              <a:gd name="connsiteX2" fmla="*/ 1057272 w 1171574"/>
              <a:gd name="connsiteY2" fmla="*/ 971550 h 3385789"/>
              <a:gd name="connsiteX3" fmla="*/ 1171574 w 1171574"/>
              <a:gd name="connsiteY3" fmla="*/ 1085852 h 3385789"/>
              <a:gd name="connsiteX4" fmla="*/ 1171574 w 1171574"/>
              <a:gd name="connsiteY4" fmla="*/ 2780659 h 3385789"/>
              <a:gd name="connsiteX5" fmla="*/ 1057272 w 1171574"/>
              <a:gd name="connsiteY5" fmla="*/ 2894961 h 3385789"/>
              <a:gd name="connsiteX6" fmla="*/ 600076 w 1171574"/>
              <a:gd name="connsiteY6" fmla="*/ 2894961 h 3385789"/>
              <a:gd name="connsiteX7" fmla="*/ 0 w 1171574"/>
              <a:gd name="connsiteY7" fmla="*/ 3380734 h 3385789"/>
              <a:gd name="connsiteX8" fmla="*/ 485774 w 1171574"/>
              <a:gd name="connsiteY8" fmla="*/ 1085852 h 3385789"/>
              <a:gd name="connsiteX0" fmla="*/ 485774 w 1171574"/>
              <a:gd name="connsiteY0" fmla="*/ 1085852 h 3441458"/>
              <a:gd name="connsiteX1" fmla="*/ 871539 w 1171574"/>
              <a:gd name="connsiteY1" fmla="*/ 0 h 3441458"/>
              <a:gd name="connsiteX2" fmla="*/ 1057272 w 1171574"/>
              <a:gd name="connsiteY2" fmla="*/ 971550 h 3441458"/>
              <a:gd name="connsiteX3" fmla="*/ 1171574 w 1171574"/>
              <a:gd name="connsiteY3" fmla="*/ 1085852 h 3441458"/>
              <a:gd name="connsiteX4" fmla="*/ 1171574 w 1171574"/>
              <a:gd name="connsiteY4" fmla="*/ 2780659 h 3441458"/>
              <a:gd name="connsiteX5" fmla="*/ 1057272 w 1171574"/>
              <a:gd name="connsiteY5" fmla="*/ 2894961 h 3441458"/>
              <a:gd name="connsiteX6" fmla="*/ 600076 w 1171574"/>
              <a:gd name="connsiteY6" fmla="*/ 2894961 h 3441458"/>
              <a:gd name="connsiteX7" fmla="*/ 0 w 1171574"/>
              <a:gd name="connsiteY7" fmla="*/ 3380734 h 3441458"/>
              <a:gd name="connsiteX8" fmla="*/ 485774 w 1171574"/>
              <a:gd name="connsiteY8" fmla="*/ 1085852 h 3441458"/>
              <a:gd name="connsiteX0" fmla="*/ 485774 w 2114549"/>
              <a:gd name="connsiteY0" fmla="*/ 1085852 h 3441458"/>
              <a:gd name="connsiteX1" fmla="*/ 871539 w 2114549"/>
              <a:gd name="connsiteY1" fmla="*/ 0 h 3441458"/>
              <a:gd name="connsiteX2" fmla="*/ 1057272 w 2114549"/>
              <a:gd name="connsiteY2" fmla="*/ 971550 h 3441458"/>
              <a:gd name="connsiteX3" fmla="*/ 1171574 w 2114549"/>
              <a:gd name="connsiteY3" fmla="*/ 1085852 h 3441458"/>
              <a:gd name="connsiteX4" fmla="*/ 2114549 w 2114549"/>
              <a:gd name="connsiteY4" fmla="*/ 2223446 h 3441458"/>
              <a:gd name="connsiteX5" fmla="*/ 1057272 w 2114549"/>
              <a:gd name="connsiteY5" fmla="*/ 2894961 h 3441458"/>
              <a:gd name="connsiteX6" fmla="*/ 600076 w 2114549"/>
              <a:gd name="connsiteY6" fmla="*/ 2894961 h 3441458"/>
              <a:gd name="connsiteX7" fmla="*/ 0 w 2114549"/>
              <a:gd name="connsiteY7" fmla="*/ 3380734 h 3441458"/>
              <a:gd name="connsiteX8" fmla="*/ 485774 w 2114549"/>
              <a:gd name="connsiteY8" fmla="*/ 1085852 h 3441458"/>
              <a:gd name="connsiteX0" fmla="*/ 0 w 2543175"/>
              <a:gd name="connsiteY0" fmla="*/ 1500190 h 3441458"/>
              <a:gd name="connsiteX1" fmla="*/ 1300165 w 2543175"/>
              <a:gd name="connsiteY1" fmla="*/ 0 h 3441458"/>
              <a:gd name="connsiteX2" fmla="*/ 1485898 w 2543175"/>
              <a:gd name="connsiteY2" fmla="*/ 971550 h 3441458"/>
              <a:gd name="connsiteX3" fmla="*/ 1600200 w 2543175"/>
              <a:gd name="connsiteY3" fmla="*/ 1085852 h 3441458"/>
              <a:gd name="connsiteX4" fmla="*/ 2543175 w 2543175"/>
              <a:gd name="connsiteY4" fmla="*/ 2223446 h 3441458"/>
              <a:gd name="connsiteX5" fmla="*/ 1485898 w 2543175"/>
              <a:gd name="connsiteY5" fmla="*/ 2894961 h 3441458"/>
              <a:gd name="connsiteX6" fmla="*/ 1028702 w 2543175"/>
              <a:gd name="connsiteY6" fmla="*/ 2894961 h 3441458"/>
              <a:gd name="connsiteX7" fmla="*/ 428626 w 2543175"/>
              <a:gd name="connsiteY7" fmla="*/ 3380734 h 3441458"/>
              <a:gd name="connsiteX8" fmla="*/ 0 w 2543175"/>
              <a:gd name="connsiteY8" fmla="*/ 1500190 h 3441458"/>
              <a:gd name="connsiteX0" fmla="*/ 0 w 2543175"/>
              <a:gd name="connsiteY0" fmla="*/ 1500190 h 3570015"/>
              <a:gd name="connsiteX1" fmla="*/ 1300165 w 2543175"/>
              <a:gd name="connsiteY1" fmla="*/ 0 h 3570015"/>
              <a:gd name="connsiteX2" fmla="*/ 1485898 w 2543175"/>
              <a:gd name="connsiteY2" fmla="*/ 971550 h 3570015"/>
              <a:gd name="connsiteX3" fmla="*/ 1600200 w 2543175"/>
              <a:gd name="connsiteY3" fmla="*/ 1085852 h 3570015"/>
              <a:gd name="connsiteX4" fmla="*/ 2543175 w 2543175"/>
              <a:gd name="connsiteY4" fmla="*/ 2223446 h 3570015"/>
              <a:gd name="connsiteX5" fmla="*/ 1485898 w 2543175"/>
              <a:gd name="connsiteY5" fmla="*/ 2894961 h 3570015"/>
              <a:gd name="connsiteX6" fmla="*/ 1409456 w 2543175"/>
              <a:gd name="connsiteY6" fmla="*/ 3548730 h 3570015"/>
              <a:gd name="connsiteX7" fmla="*/ 428626 w 2543175"/>
              <a:gd name="connsiteY7" fmla="*/ 3380734 h 3570015"/>
              <a:gd name="connsiteX8" fmla="*/ 0 w 2543175"/>
              <a:gd name="connsiteY8" fmla="*/ 1500190 h 3570015"/>
              <a:gd name="connsiteX0" fmla="*/ 0 w 1714360"/>
              <a:gd name="connsiteY0" fmla="*/ 1500190 h 3570015"/>
              <a:gd name="connsiteX1" fmla="*/ 1300165 w 1714360"/>
              <a:gd name="connsiteY1" fmla="*/ 0 h 3570015"/>
              <a:gd name="connsiteX2" fmla="*/ 1485898 w 1714360"/>
              <a:gd name="connsiteY2" fmla="*/ 971550 h 3570015"/>
              <a:gd name="connsiteX3" fmla="*/ 1600200 w 1714360"/>
              <a:gd name="connsiteY3" fmla="*/ 1085852 h 3570015"/>
              <a:gd name="connsiteX4" fmla="*/ 1714360 w 1714360"/>
              <a:gd name="connsiteY4" fmla="*/ 1903690 h 3570015"/>
              <a:gd name="connsiteX5" fmla="*/ 1485898 w 1714360"/>
              <a:gd name="connsiteY5" fmla="*/ 2894961 h 3570015"/>
              <a:gd name="connsiteX6" fmla="*/ 1409456 w 1714360"/>
              <a:gd name="connsiteY6" fmla="*/ 3548730 h 3570015"/>
              <a:gd name="connsiteX7" fmla="*/ 428626 w 1714360"/>
              <a:gd name="connsiteY7" fmla="*/ 3380734 h 3570015"/>
              <a:gd name="connsiteX8" fmla="*/ 0 w 1714360"/>
              <a:gd name="connsiteY8" fmla="*/ 1500190 h 357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4360" h="3570015">
                <a:moveTo>
                  <a:pt x="0" y="1500190"/>
                </a:moveTo>
                <a:cubicBezTo>
                  <a:pt x="0" y="1437063"/>
                  <a:pt x="1237038" y="0"/>
                  <a:pt x="1300165" y="0"/>
                </a:cubicBezTo>
                <a:cubicBezTo>
                  <a:pt x="1452564" y="0"/>
                  <a:pt x="1333499" y="971550"/>
                  <a:pt x="1485898" y="971550"/>
                </a:cubicBezTo>
                <a:cubicBezTo>
                  <a:pt x="1549025" y="971550"/>
                  <a:pt x="1600200" y="1022725"/>
                  <a:pt x="1600200" y="1085852"/>
                </a:cubicBezTo>
                <a:lnTo>
                  <a:pt x="1714360" y="1903690"/>
                </a:lnTo>
                <a:cubicBezTo>
                  <a:pt x="1714360" y="1966817"/>
                  <a:pt x="1549025" y="2894961"/>
                  <a:pt x="1485898" y="2894961"/>
                </a:cubicBezTo>
                <a:lnTo>
                  <a:pt x="1409456" y="3548730"/>
                </a:lnTo>
                <a:cubicBezTo>
                  <a:pt x="1346329" y="3548730"/>
                  <a:pt x="1414464" y="3658173"/>
                  <a:pt x="428626" y="3380734"/>
                </a:cubicBezTo>
                <a:lnTo>
                  <a:pt x="0" y="1500190"/>
                </a:lnTo>
                <a:close/>
              </a:path>
            </a:pathLst>
          </a:custGeom>
          <a:solidFill>
            <a:srgbClr val="6A48D7">
              <a:alpha val="65000"/>
            </a:srgbClr>
          </a:solidFill>
          <a:ln>
            <a:noFill/>
          </a:ln>
          <a:effectLst>
            <a:softEdge rad="825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726F5C6-5D3A-3E48-8A11-41CBEFD7B4CC}"/>
              </a:ext>
            </a:extLst>
          </p:cNvPr>
          <p:cNvCxnSpPr>
            <a:cxnSpLocks/>
          </p:cNvCxnSpPr>
          <p:nvPr/>
        </p:nvCxnSpPr>
        <p:spPr>
          <a:xfrm>
            <a:off x="9339263" y="642938"/>
            <a:ext cx="0" cy="5172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253BC4E-E578-2441-805A-7BA6263014C7}"/>
              </a:ext>
            </a:extLst>
          </p:cNvPr>
          <p:cNvCxnSpPr>
            <a:cxnSpLocks/>
          </p:cNvCxnSpPr>
          <p:nvPr/>
        </p:nvCxnSpPr>
        <p:spPr>
          <a:xfrm>
            <a:off x="576263" y="1462087"/>
            <a:ext cx="94678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16">
            <a:extLst>
              <a:ext uri="{FF2B5EF4-FFF2-40B4-BE49-F238E27FC236}">
                <a16:creationId xmlns:a16="http://schemas.microsoft.com/office/drawing/2014/main" id="{9A681613-85B2-EC46-A11F-3B3236265380}"/>
              </a:ext>
            </a:extLst>
          </p:cNvPr>
          <p:cNvSpPr/>
          <p:nvPr/>
        </p:nvSpPr>
        <p:spPr>
          <a:xfrm rot="6824391">
            <a:off x="9351185" y="-1176356"/>
            <a:ext cx="5062509" cy="5276886"/>
          </a:xfrm>
          <a:custGeom>
            <a:avLst/>
            <a:gdLst>
              <a:gd name="connsiteX0" fmla="*/ 0 w 685800"/>
              <a:gd name="connsiteY0" fmla="*/ 114302 h 1923411"/>
              <a:gd name="connsiteX1" fmla="*/ 114302 w 685800"/>
              <a:gd name="connsiteY1" fmla="*/ 0 h 1923411"/>
              <a:gd name="connsiteX2" fmla="*/ 571498 w 685800"/>
              <a:gd name="connsiteY2" fmla="*/ 0 h 1923411"/>
              <a:gd name="connsiteX3" fmla="*/ 685800 w 685800"/>
              <a:gd name="connsiteY3" fmla="*/ 114302 h 1923411"/>
              <a:gd name="connsiteX4" fmla="*/ 685800 w 685800"/>
              <a:gd name="connsiteY4" fmla="*/ 1809109 h 1923411"/>
              <a:gd name="connsiteX5" fmla="*/ 571498 w 685800"/>
              <a:gd name="connsiteY5" fmla="*/ 1923411 h 1923411"/>
              <a:gd name="connsiteX6" fmla="*/ 114302 w 685800"/>
              <a:gd name="connsiteY6" fmla="*/ 1923411 h 1923411"/>
              <a:gd name="connsiteX7" fmla="*/ 0 w 685800"/>
              <a:gd name="connsiteY7" fmla="*/ 1809109 h 1923411"/>
              <a:gd name="connsiteX8" fmla="*/ 0 w 685800"/>
              <a:gd name="connsiteY8" fmla="*/ 114302 h 1923411"/>
              <a:gd name="connsiteX0" fmla="*/ 0 w 685800"/>
              <a:gd name="connsiteY0" fmla="*/ 1085852 h 2894961"/>
              <a:gd name="connsiteX1" fmla="*/ 385765 w 685800"/>
              <a:gd name="connsiteY1" fmla="*/ 0 h 2894961"/>
              <a:gd name="connsiteX2" fmla="*/ 571498 w 685800"/>
              <a:gd name="connsiteY2" fmla="*/ 971550 h 2894961"/>
              <a:gd name="connsiteX3" fmla="*/ 685800 w 685800"/>
              <a:gd name="connsiteY3" fmla="*/ 1085852 h 2894961"/>
              <a:gd name="connsiteX4" fmla="*/ 685800 w 685800"/>
              <a:gd name="connsiteY4" fmla="*/ 2780659 h 2894961"/>
              <a:gd name="connsiteX5" fmla="*/ 571498 w 685800"/>
              <a:gd name="connsiteY5" fmla="*/ 2894961 h 2894961"/>
              <a:gd name="connsiteX6" fmla="*/ 114302 w 685800"/>
              <a:gd name="connsiteY6" fmla="*/ 2894961 h 2894961"/>
              <a:gd name="connsiteX7" fmla="*/ 0 w 685800"/>
              <a:gd name="connsiteY7" fmla="*/ 2780659 h 2894961"/>
              <a:gd name="connsiteX8" fmla="*/ 0 w 685800"/>
              <a:gd name="connsiteY8" fmla="*/ 1085852 h 2894961"/>
              <a:gd name="connsiteX0" fmla="*/ 957262 w 1643062"/>
              <a:gd name="connsiteY0" fmla="*/ 1085852 h 2894961"/>
              <a:gd name="connsiteX1" fmla="*/ 1343027 w 1643062"/>
              <a:gd name="connsiteY1" fmla="*/ 0 h 2894961"/>
              <a:gd name="connsiteX2" fmla="*/ 1528760 w 1643062"/>
              <a:gd name="connsiteY2" fmla="*/ 971550 h 2894961"/>
              <a:gd name="connsiteX3" fmla="*/ 1643062 w 1643062"/>
              <a:gd name="connsiteY3" fmla="*/ 1085852 h 2894961"/>
              <a:gd name="connsiteX4" fmla="*/ 1643062 w 1643062"/>
              <a:gd name="connsiteY4" fmla="*/ 2780659 h 2894961"/>
              <a:gd name="connsiteX5" fmla="*/ 1528760 w 1643062"/>
              <a:gd name="connsiteY5" fmla="*/ 2894961 h 2894961"/>
              <a:gd name="connsiteX6" fmla="*/ 1071564 w 1643062"/>
              <a:gd name="connsiteY6" fmla="*/ 2894961 h 2894961"/>
              <a:gd name="connsiteX7" fmla="*/ 0 w 1643062"/>
              <a:gd name="connsiteY7" fmla="*/ 2794947 h 2894961"/>
              <a:gd name="connsiteX8" fmla="*/ 957262 w 1643062"/>
              <a:gd name="connsiteY8" fmla="*/ 1085852 h 2894961"/>
              <a:gd name="connsiteX0" fmla="*/ 485774 w 1171574"/>
              <a:gd name="connsiteY0" fmla="*/ 1085852 h 3385789"/>
              <a:gd name="connsiteX1" fmla="*/ 871539 w 1171574"/>
              <a:gd name="connsiteY1" fmla="*/ 0 h 3385789"/>
              <a:gd name="connsiteX2" fmla="*/ 1057272 w 1171574"/>
              <a:gd name="connsiteY2" fmla="*/ 971550 h 3385789"/>
              <a:gd name="connsiteX3" fmla="*/ 1171574 w 1171574"/>
              <a:gd name="connsiteY3" fmla="*/ 1085852 h 3385789"/>
              <a:gd name="connsiteX4" fmla="*/ 1171574 w 1171574"/>
              <a:gd name="connsiteY4" fmla="*/ 2780659 h 3385789"/>
              <a:gd name="connsiteX5" fmla="*/ 1057272 w 1171574"/>
              <a:gd name="connsiteY5" fmla="*/ 2894961 h 3385789"/>
              <a:gd name="connsiteX6" fmla="*/ 600076 w 1171574"/>
              <a:gd name="connsiteY6" fmla="*/ 2894961 h 3385789"/>
              <a:gd name="connsiteX7" fmla="*/ 0 w 1171574"/>
              <a:gd name="connsiteY7" fmla="*/ 3380734 h 3385789"/>
              <a:gd name="connsiteX8" fmla="*/ 485774 w 1171574"/>
              <a:gd name="connsiteY8" fmla="*/ 1085852 h 3385789"/>
              <a:gd name="connsiteX0" fmla="*/ 485774 w 1171574"/>
              <a:gd name="connsiteY0" fmla="*/ 1085852 h 3441458"/>
              <a:gd name="connsiteX1" fmla="*/ 871539 w 1171574"/>
              <a:gd name="connsiteY1" fmla="*/ 0 h 3441458"/>
              <a:gd name="connsiteX2" fmla="*/ 1057272 w 1171574"/>
              <a:gd name="connsiteY2" fmla="*/ 971550 h 3441458"/>
              <a:gd name="connsiteX3" fmla="*/ 1171574 w 1171574"/>
              <a:gd name="connsiteY3" fmla="*/ 1085852 h 3441458"/>
              <a:gd name="connsiteX4" fmla="*/ 1171574 w 1171574"/>
              <a:gd name="connsiteY4" fmla="*/ 2780659 h 3441458"/>
              <a:gd name="connsiteX5" fmla="*/ 1057272 w 1171574"/>
              <a:gd name="connsiteY5" fmla="*/ 2894961 h 3441458"/>
              <a:gd name="connsiteX6" fmla="*/ 600076 w 1171574"/>
              <a:gd name="connsiteY6" fmla="*/ 2894961 h 3441458"/>
              <a:gd name="connsiteX7" fmla="*/ 0 w 1171574"/>
              <a:gd name="connsiteY7" fmla="*/ 3380734 h 3441458"/>
              <a:gd name="connsiteX8" fmla="*/ 485774 w 1171574"/>
              <a:gd name="connsiteY8" fmla="*/ 1085852 h 3441458"/>
              <a:gd name="connsiteX0" fmla="*/ 485774 w 2114549"/>
              <a:gd name="connsiteY0" fmla="*/ 1085852 h 3441458"/>
              <a:gd name="connsiteX1" fmla="*/ 871539 w 2114549"/>
              <a:gd name="connsiteY1" fmla="*/ 0 h 3441458"/>
              <a:gd name="connsiteX2" fmla="*/ 1057272 w 2114549"/>
              <a:gd name="connsiteY2" fmla="*/ 971550 h 3441458"/>
              <a:gd name="connsiteX3" fmla="*/ 1171574 w 2114549"/>
              <a:gd name="connsiteY3" fmla="*/ 1085852 h 3441458"/>
              <a:gd name="connsiteX4" fmla="*/ 2114549 w 2114549"/>
              <a:gd name="connsiteY4" fmla="*/ 2223446 h 3441458"/>
              <a:gd name="connsiteX5" fmla="*/ 1057272 w 2114549"/>
              <a:gd name="connsiteY5" fmla="*/ 2894961 h 3441458"/>
              <a:gd name="connsiteX6" fmla="*/ 600076 w 2114549"/>
              <a:gd name="connsiteY6" fmla="*/ 2894961 h 3441458"/>
              <a:gd name="connsiteX7" fmla="*/ 0 w 2114549"/>
              <a:gd name="connsiteY7" fmla="*/ 3380734 h 3441458"/>
              <a:gd name="connsiteX8" fmla="*/ 485774 w 2114549"/>
              <a:gd name="connsiteY8" fmla="*/ 1085852 h 3441458"/>
              <a:gd name="connsiteX0" fmla="*/ 0 w 2543175"/>
              <a:gd name="connsiteY0" fmla="*/ 1500190 h 3441458"/>
              <a:gd name="connsiteX1" fmla="*/ 1300165 w 2543175"/>
              <a:gd name="connsiteY1" fmla="*/ 0 h 3441458"/>
              <a:gd name="connsiteX2" fmla="*/ 1485898 w 2543175"/>
              <a:gd name="connsiteY2" fmla="*/ 971550 h 3441458"/>
              <a:gd name="connsiteX3" fmla="*/ 1600200 w 2543175"/>
              <a:gd name="connsiteY3" fmla="*/ 1085852 h 3441458"/>
              <a:gd name="connsiteX4" fmla="*/ 2543175 w 2543175"/>
              <a:gd name="connsiteY4" fmla="*/ 2223446 h 3441458"/>
              <a:gd name="connsiteX5" fmla="*/ 1485898 w 2543175"/>
              <a:gd name="connsiteY5" fmla="*/ 2894961 h 3441458"/>
              <a:gd name="connsiteX6" fmla="*/ 1028702 w 2543175"/>
              <a:gd name="connsiteY6" fmla="*/ 2894961 h 3441458"/>
              <a:gd name="connsiteX7" fmla="*/ 428626 w 2543175"/>
              <a:gd name="connsiteY7" fmla="*/ 3380734 h 3441458"/>
              <a:gd name="connsiteX8" fmla="*/ 0 w 2543175"/>
              <a:gd name="connsiteY8" fmla="*/ 1500190 h 3441458"/>
              <a:gd name="connsiteX0" fmla="*/ 0 w 2543175"/>
              <a:gd name="connsiteY0" fmla="*/ 1500190 h 2898038"/>
              <a:gd name="connsiteX1" fmla="*/ 1300165 w 2543175"/>
              <a:gd name="connsiteY1" fmla="*/ 0 h 2898038"/>
              <a:gd name="connsiteX2" fmla="*/ 1485898 w 2543175"/>
              <a:gd name="connsiteY2" fmla="*/ 971550 h 2898038"/>
              <a:gd name="connsiteX3" fmla="*/ 1600200 w 2543175"/>
              <a:gd name="connsiteY3" fmla="*/ 1085852 h 2898038"/>
              <a:gd name="connsiteX4" fmla="*/ 2543175 w 2543175"/>
              <a:gd name="connsiteY4" fmla="*/ 2223446 h 2898038"/>
              <a:gd name="connsiteX5" fmla="*/ 1485898 w 2543175"/>
              <a:gd name="connsiteY5" fmla="*/ 2894961 h 2898038"/>
              <a:gd name="connsiteX6" fmla="*/ 1028702 w 2543175"/>
              <a:gd name="connsiteY6" fmla="*/ 2894961 h 2898038"/>
              <a:gd name="connsiteX7" fmla="*/ 507497 w 2543175"/>
              <a:gd name="connsiteY7" fmla="*/ 2664942 h 2898038"/>
              <a:gd name="connsiteX8" fmla="*/ 0 w 2543175"/>
              <a:gd name="connsiteY8" fmla="*/ 1500190 h 2898038"/>
              <a:gd name="connsiteX0" fmla="*/ 0 w 2543175"/>
              <a:gd name="connsiteY0" fmla="*/ 528640 h 1926488"/>
              <a:gd name="connsiteX1" fmla="*/ 940922 w 2543175"/>
              <a:gd name="connsiteY1" fmla="*/ 63790 h 1926488"/>
              <a:gd name="connsiteX2" fmla="*/ 1485898 w 2543175"/>
              <a:gd name="connsiteY2" fmla="*/ 0 h 1926488"/>
              <a:gd name="connsiteX3" fmla="*/ 1600200 w 2543175"/>
              <a:gd name="connsiteY3" fmla="*/ 114302 h 1926488"/>
              <a:gd name="connsiteX4" fmla="*/ 2543175 w 2543175"/>
              <a:gd name="connsiteY4" fmla="*/ 1251896 h 1926488"/>
              <a:gd name="connsiteX5" fmla="*/ 1485898 w 2543175"/>
              <a:gd name="connsiteY5" fmla="*/ 1923411 h 1926488"/>
              <a:gd name="connsiteX6" fmla="*/ 1028702 w 2543175"/>
              <a:gd name="connsiteY6" fmla="*/ 1923411 h 1926488"/>
              <a:gd name="connsiteX7" fmla="*/ 507497 w 2543175"/>
              <a:gd name="connsiteY7" fmla="*/ 1693392 h 1926488"/>
              <a:gd name="connsiteX8" fmla="*/ 0 w 2543175"/>
              <a:gd name="connsiteY8" fmla="*/ 528640 h 1926488"/>
              <a:gd name="connsiteX0" fmla="*/ 0 w 2222672"/>
              <a:gd name="connsiteY0" fmla="*/ 591712 h 1926488"/>
              <a:gd name="connsiteX1" fmla="*/ 620419 w 2222672"/>
              <a:gd name="connsiteY1" fmla="*/ 63790 h 1926488"/>
              <a:gd name="connsiteX2" fmla="*/ 1165395 w 2222672"/>
              <a:gd name="connsiteY2" fmla="*/ 0 h 1926488"/>
              <a:gd name="connsiteX3" fmla="*/ 1279697 w 2222672"/>
              <a:gd name="connsiteY3" fmla="*/ 114302 h 1926488"/>
              <a:gd name="connsiteX4" fmla="*/ 2222672 w 2222672"/>
              <a:gd name="connsiteY4" fmla="*/ 1251896 h 1926488"/>
              <a:gd name="connsiteX5" fmla="*/ 1165395 w 2222672"/>
              <a:gd name="connsiteY5" fmla="*/ 1923411 h 1926488"/>
              <a:gd name="connsiteX6" fmla="*/ 708199 w 2222672"/>
              <a:gd name="connsiteY6" fmla="*/ 1923411 h 1926488"/>
              <a:gd name="connsiteX7" fmla="*/ 186994 w 2222672"/>
              <a:gd name="connsiteY7" fmla="*/ 1693392 h 1926488"/>
              <a:gd name="connsiteX8" fmla="*/ 0 w 2222672"/>
              <a:gd name="connsiteY8" fmla="*/ 591712 h 192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2672" h="1926488">
                <a:moveTo>
                  <a:pt x="0" y="591712"/>
                </a:moveTo>
                <a:cubicBezTo>
                  <a:pt x="0" y="528585"/>
                  <a:pt x="557292" y="63790"/>
                  <a:pt x="620419" y="63790"/>
                </a:cubicBezTo>
                <a:cubicBezTo>
                  <a:pt x="772818" y="63790"/>
                  <a:pt x="1012996" y="0"/>
                  <a:pt x="1165395" y="0"/>
                </a:cubicBezTo>
                <a:cubicBezTo>
                  <a:pt x="1228522" y="0"/>
                  <a:pt x="1279697" y="51175"/>
                  <a:pt x="1279697" y="114302"/>
                </a:cubicBezTo>
                <a:lnTo>
                  <a:pt x="2222672" y="1251896"/>
                </a:lnTo>
                <a:cubicBezTo>
                  <a:pt x="2222672" y="1315023"/>
                  <a:pt x="1228522" y="1923411"/>
                  <a:pt x="1165395" y="1923411"/>
                </a:cubicBezTo>
                <a:lnTo>
                  <a:pt x="708199" y="1923411"/>
                </a:lnTo>
                <a:cubicBezTo>
                  <a:pt x="645072" y="1923411"/>
                  <a:pt x="1172832" y="1970831"/>
                  <a:pt x="186994" y="1693392"/>
                </a:cubicBezTo>
                <a:lnTo>
                  <a:pt x="0" y="591712"/>
                </a:lnTo>
                <a:close/>
              </a:path>
            </a:pathLst>
          </a:custGeom>
          <a:solidFill>
            <a:srgbClr val="E038AD">
              <a:alpha val="72000"/>
            </a:srgbClr>
          </a:soli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76296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5949</TotalTime>
  <Words>290</Words>
  <Application>Microsoft Office PowerPoint</Application>
  <PresentationFormat>Широкоэкранный</PresentationFormat>
  <Paragraphs>59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Montserrat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Valter</cp:lastModifiedBy>
  <cp:revision>35</cp:revision>
  <dcterms:created xsi:type="dcterms:W3CDTF">2023-10-18T12:04:51Z</dcterms:created>
  <dcterms:modified xsi:type="dcterms:W3CDTF">2025-11-21T16:03:45Z</dcterms:modified>
</cp:coreProperties>
</file>